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5" r:id="rId6"/>
    <p:sldId id="263" r:id="rId7"/>
    <p:sldId id="264" r:id="rId8"/>
    <p:sldId id="260" r:id="rId9"/>
    <p:sldId id="261" r:id="rId10"/>
    <p:sldId id="26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0"/>
  </p:normalViewPr>
  <p:slideViewPr>
    <p:cSldViewPr snapToGrid="0">
      <p:cViewPr>
        <p:scale>
          <a:sx n="130" d="100"/>
          <a:sy n="130" d="100"/>
        </p:scale>
        <p:origin x="-1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a:endParaRPr/>
          </a:p>
          <a:p>
            <a:r>
              <a:t>Sources and presenter context: Cover roles are placeholders until the team supplies full names and universities. Track 1 wording: Hack4SDG 2026 final submission page. Artwork is conceptual, not traffic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a:endParaRPr/>
          </a:p>
          <a:p>
            <a:r>
              <a:t>Sources and presenter context: Conceptual editable diagram, not a geographic network or measured flow.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a:endParaRPr/>
          </a:p>
          <a:p>
            <a:r>
              <a:t>Sources and presenter context: Product contracts: docs/03-architecture.md. Metrics are simulator outputs stored under results/. The diagram describes the prototype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a:endParaRPr/>
          </a:p>
          <a:p>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narrated 90-second prototype walkthrough starts automatically on this slide. Aberdeen shows archived playback and a saved no-recommendation diagnostic; Tuen Mun shows a labelled modelled P2 comparison. The frozen results are unchanged. Video source: docs/video/ripple-two-case-website-demo-2026-10-18-v15-narrated.mp4 and adjacent .</a:t>
            </a:r>
            <a:r>
              <a:rPr dirty="0" err="1"/>
              <a:t>sources.json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a:endParaRPr/>
          </a:p>
          <a:p>
            <a:r>
              <a:t>Sources and presenter context: Proposed next steps, not completed deployment or a claim of measured benefit.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turns a messy incident bulletin into response options an operator can test. We have a working AI Reader, an operator console, and two archived cases showing when to hold and when targeted advice leads in the model. Give us one corridor to prove the next step.</a:t>
            </a:r>
          </a:p>
          <a:p>
            <a:endParaRPr/>
          </a:p>
          <a:p>
            <a:r>
              <a:t>Sources and presenter context: Closing ask is a proposed one-corridor shadow trial and supervised pilot. Artwork is conceptual.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a:endParaRPr/>
          </a:p>
          <a:p>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Tuen Mun gives us the opposite case. These fixed Transport Department detectors show archived five-minute speeds from 15 April. The changing colours trace the observed slowdown across the corridor before we test a response.</a:t>
            </a:r>
          </a:p>
          <a:p>
            <a:endParaRPr/>
          </a:p>
          <a:p>
            <a:r>
              <a:t>Sources and presenter context: Animation uses sim/tuen-mun/observations_20260415.json and saved road geometry from sim/tuen-mun/network.net.xml. Each frame is one recorded five-minute bin. Gray dots mean no speed reading. The colored paths are network context, not observed Castle Peak Road speeds or vehicle trajectories.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a:endParaRPr/>
          </a:p>
          <a:p>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7E67EC-E381-41EC-93F3-D276C56FC2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DC93D69-452A-47ED-A951-0DDE077410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C59098-39ED-4BA8-A342-10FB9AC8359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127FC5-8D6A-4205-88BF-D2A512C2AF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0A2525-0797-4A33-B058-16612892D0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0152A7-E201-420B-BB86-BD6F582157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F787268-2B39-40A4-B274-29BAB9F99A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68C0502-7D1B-4D11-9BCD-032D3269E4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17AA28-652F-40B1-B19C-E02105A400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5276727-7302-4E07-937E-8217B76DDDD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2C63BFB-43F7-4010-A08B-F3E1B31A36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E009FA5-7A8C-4791-A6A3-7F5810214CF9}"/>
              </a:ext>
            </a:extLst>
          </p:cNvPr>
          <p:cNvSpPr>
            <a:spLocks noGrp="1"/>
          </p:cNvSpPr>
          <p:nvPr/>
        </p:nvSpPr>
        <p:spPr>
          <a:xfrm>
            <a:off x="0" y="0"/>
            <a:ext cx="6762750" cy="6858000"/>
          </a:xfrm>
          <a:prstGeom prst="rect">
            <a:avLst/>
          </a:prstGeom>
          <a:solidFill>
            <a:srgbClr val="07192C">
              <a:alpha val="70980"/>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9006371-A0FE-45FE-AD3D-7D31C36692C5}"/>
              </a:ext>
            </a:extLst>
          </p:cNvPr>
          <p:cNvSpPr>
            <a:spLocks noGrp="1"/>
          </p:cNvSpPr>
          <p:nvPr/>
        </p:nvSpPr>
        <p:spPr>
          <a:xfrm>
            <a:off x="628650" y="523875"/>
            <a:ext cx="5619750" cy="276225"/>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EEA1E2A5-1ED7-425F-B4E7-5FD8262A0704}"/>
              </a:ext>
            </a:extLst>
          </p:cNvPr>
          <p:cNvSpPr>
            <a:spLocks noGrp="1"/>
          </p:cNvSpPr>
          <p:nvPr/>
        </p:nvSpPr>
        <p:spPr>
          <a:xfrm>
            <a:off x="619125" y="1619250"/>
            <a:ext cx="6429375" cy="1066800"/>
          </a:xfrm>
          <a:prstGeom prst="rect">
            <a:avLst/>
          </a:prstGeom>
          <a:noFill/>
          <a:ln w="0">
            <a:noFill/>
            <a:prstDash val="solid"/>
          </a:ln>
        </p:spPr>
        <p:txBody>
          <a:bodyPr wrap="square" lIns="0" tIns="0" rIns="0" bIns="0" anchor="ctr">
            <a:normAutofit/>
          </a:bodyPr>
          <a:lstStyle>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矩形 4">
            <a:extLst>
              <a:ext uri="{FF2B5EF4-FFF2-40B4-BE49-F238E27FC236}">
                <a16:creationId xmlns:a16="http://schemas.microsoft.com/office/drawing/2014/main" id="{B0D24B18-A878-4982-BD05-7500A0D71F85}"/>
              </a:ext>
            </a:extLst>
          </p:cNvPr>
          <p:cNvSpPr>
            <a:spLocks noGrp="1"/>
          </p:cNvSpPr>
          <p:nvPr/>
        </p:nvSpPr>
        <p:spPr>
          <a:xfrm>
            <a:off x="647700" y="2781300"/>
            <a:ext cx="6286500" cy="1238250"/>
          </a:xfrm>
          <a:prstGeom prst="rect">
            <a:avLst/>
          </a:prstGeom>
          <a:noFill/>
          <a:ln w="0">
            <a:noFill/>
            <a:prstDash val="solid"/>
          </a:ln>
        </p:spPr>
        <p:txBody>
          <a:bodyPr wrap="square" lIns="0" tIns="0" rIns="0" bIns="0" anchor="ctr">
            <a:normAutofit/>
          </a:bodyPr>
          <a:lstStyle>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矩形 5">
            <a:extLst>
              <a:ext uri="{FF2B5EF4-FFF2-40B4-BE49-F238E27FC236}">
                <a16:creationId xmlns:a16="http://schemas.microsoft.com/office/drawing/2014/main" id="{9DBA680E-CFEF-4DD0-A29D-643C4F5720F3}"/>
              </a:ext>
            </a:extLst>
          </p:cNvPr>
          <p:cNvSpPr>
            <a:spLocks noGrp="1"/>
          </p:cNvSpPr>
          <p:nvPr/>
        </p:nvSpPr>
        <p:spPr>
          <a:xfrm>
            <a:off x="657225" y="4572000"/>
            <a:ext cx="5715000" cy="533400"/>
          </a:xfrm>
          <a:prstGeom prst="rect">
            <a:avLst/>
          </a:prstGeom>
          <a:noFill/>
          <a:ln w="0">
            <a:noFill/>
            <a:prstDash val="solid"/>
          </a:ln>
        </p:spPr>
        <p:txBody>
          <a:bodyPr wrap="square" lIns="0" tIns="0" rIns="0" bIns="0" anchor="ctr">
            <a:normAutofit/>
          </a:bodyPr>
          <a:lstStyle>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矩形 6">
            <a:extLst>
              <a:ext uri="{FF2B5EF4-FFF2-40B4-BE49-F238E27FC236}">
                <a16:creationId xmlns:a16="http://schemas.microsoft.com/office/drawing/2014/main" id="{AFAFD816-4044-4302-8C43-FC1BDF4A4D4E}"/>
              </a:ext>
            </a:extLst>
          </p:cNvPr>
          <p:cNvSpPr>
            <a:spLocks noGrp="1"/>
          </p:cNvSpPr>
          <p:nvPr/>
        </p:nvSpPr>
        <p:spPr>
          <a:xfrm>
            <a:off x="657225" y="5257800"/>
            <a:ext cx="5905500" cy="285750"/>
          </a:xfrm>
          <a:prstGeom prst="rect">
            <a:avLst/>
          </a:prstGeom>
          <a:noFill/>
          <a:ln w="0">
            <a:noFill/>
            <a:prstDash val="solid"/>
          </a:ln>
        </p:spPr>
        <p:txBody>
          <a:bodyPr wrap="square" lIns="0" tIns="0" rIns="0" bIns="0" anchor="ctr">
            <a:normAutofit/>
          </a:bodyPr>
          <a:lstStyle>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矩形 7">
            <a:extLst>
              <a:ext uri="{FF2B5EF4-FFF2-40B4-BE49-F238E27FC236}">
                <a16:creationId xmlns:a16="http://schemas.microsoft.com/office/drawing/2014/main" id="{68DF8955-29B9-4D2B-8EF6-D1FC0E948F28}"/>
              </a:ext>
            </a:extLst>
          </p:cNvPr>
          <p:cNvSpPr>
            <a:spLocks noGrp="1"/>
          </p:cNvSpPr>
          <p:nvPr/>
        </p:nvSpPr>
        <p:spPr>
          <a:xfrm>
            <a:off x="657225" y="5953125"/>
            <a:ext cx="6477000" cy="276225"/>
          </a:xfrm>
          <a:prstGeom prst="rect">
            <a:avLst/>
          </a:prstGeom>
          <a:noFill/>
          <a:ln w="0">
            <a:noFill/>
            <a:prstDash val="solid"/>
          </a:ln>
        </p:spPr>
        <p:txBody>
          <a:bodyPr wrap="square" lIns="0" tIns="0" rIns="0" bIns="0" anchor="ctr">
            <a:normAutofit/>
          </a:bodyPr>
          <a:lstStyle>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a:pPr algn="l">
              <a:defRPr sz="1275" b="0">
                <a:solidFill>
                  <a:srgbClr val="AFBFCE"/>
                </a:solidFill>
                <a:latin typeface="Arial"/>
                <a:ea typeface="Arial"/>
                <a:cs typeface="Arial"/>
              </a:defRPr>
            </a:pPr>
            <a:r>
              <a:rPr sz="1275" b="0">
                <a:solidFill>
                  <a:srgbClr val="AFBFCE"/>
                </a:solidFill>
                <a:latin typeface="Arial"/>
                <a:ea typeface="Arial"/>
                <a:cs typeface="Arial"/>
              </a:rPr>
              <a:t>Lead   Data   Simulation   Visuals   Impact</a:t>
            </a:r>
          </a:p>
        </p:txBody>
      </p:sp>
    </p:spTree>
    <p:extLst>
      <p:ext uri="{BB962C8B-B14F-4D97-AF65-F5344CB8AC3E}">
        <p14:creationId xmlns:p14="http://schemas.microsoft.com/office/powerpoint/2010/main" val="173149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2F8E84D-4D23-4747-82A3-DCFFC68C7415}"/>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02</a:t>
            </a:r>
          </a:p>
        </p:txBody>
      </p:sp>
      <p:sp>
        <p:nvSpPr>
          <p:cNvPr id="2" name="矩形 1">
            <a:extLst>
              <a:ext uri="{FF2B5EF4-FFF2-40B4-BE49-F238E27FC236}">
                <a16:creationId xmlns:a16="http://schemas.microsoft.com/office/drawing/2014/main" id="{AAAA6609-A6A6-48D6-977B-EB06E64B6336}"/>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矩形 2">
            <a:extLst>
              <a:ext uri="{FF2B5EF4-FFF2-40B4-BE49-F238E27FC236}">
                <a16:creationId xmlns:a16="http://schemas.microsoft.com/office/drawing/2014/main" id="{80A877F8-881A-4D88-B2CB-392BDE3E84A2}"/>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D474FB7C-AD65-453F-B76B-EE7AB7245079}"/>
              </a:ext>
            </a:extLst>
          </p:cNvPr>
          <p:cNvSpPr>
            <a:spLocks noGrp="1"/>
          </p:cNvSpPr>
          <p:nvPr/>
        </p:nvSpPr>
        <p:spPr>
          <a:xfrm>
            <a:off x="68580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矩形 4">
            <a:extLst>
              <a:ext uri="{FF2B5EF4-FFF2-40B4-BE49-F238E27FC236}">
                <a16:creationId xmlns:a16="http://schemas.microsoft.com/office/drawing/2014/main" id="{5C8B3A19-FC85-4B57-9AB7-A2CC774EA836}"/>
              </a:ext>
            </a:extLst>
          </p:cNvPr>
          <p:cNvSpPr>
            <a:spLocks noGrp="1"/>
          </p:cNvSpPr>
          <p:nvPr/>
        </p:nvSpPr>
        <p:spPr>
          <a:xfrm>
            <a:off x="4467225"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矩形 5">
            <a:extLst>
              <a:ext uri="{FF2B5EF4-FFF2-40B4-BE49-F238E27FC236}">
                <a16:creationId xmlns:a16="http://schemas.microsoft.com/office/drawing/2014/main" id="{ABFC5A3E-F2F9-44B3-A554-607F7FD60EFC}"/>
              </a:ext>
            </a:extLst>
          </p:cNvPr>
          <p:cNvSpPr>
            <a:spLocks noGrp="1"/>
          </p:cNvSpPr>
          <p:nvPr/>
        </p:nvSpPr>
        <p:spPr>
          <a:xfrm>
            <a:off x="824865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直線接點 6">
            <a:extLst>
              <a:ext uri="{FF2B5EF4-FFF2-40B4-BE49-F238E27FC236}">
                <a16:creationId xmlns:a16="http://schemas.microsoft.com/office/drawing/2014/main" id="{F4B56CAC-24FC-44A3-AAF7-BE4FA2E78718}"/>
              </a:ext>
            </a:extLst>
          </p:cNvPr>
          <p:cNvSpPr>
            <a:spLocks noGrp="1"/>
          </p:cNvSpPr>
          <p:nvPr/>
        </p:nvSpPr>
        <p:spPr>
          <a:xfrm>
            <a:off x="1190625" y="4000500"/>
            <a:ext cx="9191625" cy="0"/>
          </a:xfrm>
          <a:prstGeom prst="line">
            <a:avLst/>
          </a:prstGeom>
          <a:noFill/>
          <a:ln w="238125">
            <a:solidFill>
              <a:srgbClr val="102E47"/>
            </a:solidFill>
            <a:prstDash val="solid"/>
          </a:ln>
        </p:spPr>
        <p:txBody>
          <a:bodyPr/>
          <a:lstStyle/>
          <a:p>
            <a:endParaRPr lang="zh-TW" altLang="en-US"/>
          </a:p>
        </p:txBody>
      </p:sp>
      <p:sp>
        <p:nvSpPr>
          <p:cNvPr id="8" name="直線接點 7">
            <a:extLst>
              <a:ext uri="{FF2B5EF4-FFF2-40B4-BE49-F238E27FC236}">
                <a16:creationId xmlns:a16="http://schemas.microsoft.com/office/drawing/2014/main" id="{BE0190B5-6469-4EBD-9CED-5B7EBE0E3CCF}"/>
              </a:ext>
            </a:extLst>
          </p:cNvPr>
          <p:cNvSpPr>
            <a:spLocks noGrp="1"/>
          </p:cNvSpPr>
          <p:nvPr/>
        </p:nvSpPr>
        <p:spPr>
          <a:xfrm>
            <a:off x="1190625" y="4000500"/>
            <a:ext cx="3857625" cy="0"/>
          </a:xfrm>
          <a:prstGeom prst="line">
            <a:avLst/>
          </a:prstGeom>
          <a:noFill/>
          <a:ln w="161925">
            <a:solidFill>
              <a:srgbClr val="25D6BE"/>
            </a:solidFill>
            <a:prstDash val="solid"/>
          </a:ln>
        </p:spPr>
        <p:txBody>
          <a:bodyPr/>
          <a:lstStyle/>
          <a:p>
            <a:endParaRPr lang="zh-TW" altLang="en-US"/>
          </a:p>
        </p:txBody>
      </p:sp>
      <p:sp>
        <p:nvSpPr>
          <p:cNvPr id="9" name="直線接點 8">
            <a:extLst>
              <a:ext uri="{FF2B5EF4-FFF2-40B4-BE49-F238E27FC236}">
                <a16:creationId xmlns:a16="http://schemas.microsoft.com/office/drawing/2014/main" id="{AEB93AFC-F73E-46FD-BA3B-72BAC58A7A2A}"/>
              </a:ext>
            </a:extLst>
          </p:cNvPr>
          <p:cNvSpPr>
            <a:spLocks noGrp="1"/>
          </p:cNvSpPr>
          <p:nvPr/>
        </p:nvSpPr>
        <p:spPr>
          <a:xfrm flipV="1">
            <a:off x="5048250" y="3000375"/>
            <a:ext cx="2000250" cy="1000125"/>
          </a:xfrm>
          <a:prstGeom prst="line">
            <a:avLst/>
          </a:prstGeom>
          <a:noFill/>
          <a:ln w="114300">
            <a:solidFill>
              <a:srgbClr val="FF806E"/>
            </a:solidFill>
            <a:prstDash val="solid"/>
          </a:ln>
        </p:spPr>
        <p:txBody>
          <a:bodyPr/>
          <a:lstStyle/>
          <a:p>
            <a:endParaRPr lang="zh-TW" altLang="en-US"/>
          </a:p>
        </p:txBody>
      </p:sp>
      <p:sp>
        <p:nvSpPr>
          <p:cNvPr id="10" name="直線接點 9">
            <a:extLst>
              <a:ext uri="{FF2B5EF4-FFF2-40B4-BE49-F238E27FC236}">
                <a16:creationId xmlns:a16="http://schemas.microsoft.com/office/drawing/2014/main" id="{C1405C34-0C88-4C52-847C-E7775B18BD79}"/>
              </a:ext>
            </a:extLst>
          </p:cNvPr>
          <p:cNvSpPr>
            <a:spLocks noGrp="1"/>
          </p:cNvSpPr>
          <p:nvPr/>
        </p:nvSpPr>
        <p:spPr>
          <a:xfrm>
            <a:off x="7048500" y="3000375"/>
            <a:ext cx="2476500" cy="1000125"/>
          </a:xfrm>
          <a:prstGeom prst="line">
            <a:avLst/>
          </a:prstGeom>
          <a:noFill/>
          <a:ln w="114300">
            <a:solidFill>
              <a:srgbClr val="FF806E"/>
            </a:solidFill>
            <a:prstDash val="solid"/>
          </a:ln>
        </p:spPr>
        <p:txBody>
          <a:bodyPr/>
          <a:lstStyle/>
          <a:p>
            <a:endParaRPr lang="zh-TW" altLang="en-US"/>
          </a:p>
        </p:txBody>
      </p:sp>
      <p:sp>
        <p:nvSpPr>
          <p:cNvPr id="11" name="直線接點 10">
            <a:extLst>
              <a:ext uri="{FF2B5EF4-FFF2-40B4-BE49-F238E27FC236}">
                <a16:creationId xmlns:a16="http://schemas.microsoft.com/office/drawing/2014/main" id="{06F40F54-1145-45C4-9E71-FBF88786F221}"/>
              </a:ext>
            </a:extLst>
          </p:cNvPr>
          <p:cNvSpPr>
            <a:spLocks noGrp="1"/>
          </p:cNvSpPr>
          <p:nvPr/>
        </p:nvSpPr>
        <p:spPr>
          <a:xfrm>
            <a:off x="5048250" y="4000500"/>
            <a:ext cx="2000250" cy="1000125"/>
          </a:xfrm>
          <a:prstGeom prst="line">
            <a:avLst/>
          </a:prstGeom>
          <a:noFill/>
          <a:ln w="114300">
            <a:solidFill>
              <a:srgbClr val="25D6BE"/>
            </a:solidFill>
            <a:prstDash val="solid"/>
          </a:ln>
        </p:spPr>
        <p:txBody>
          <a:bodyPr/>
          <a:lstStyle/>
          <a:p>
            <a:endParaRPr lang="zh-TW" altLang="en-US"/>
          </a:p>
        </p:txBody>
      </p:sp>
      <p:sp>
        <p:nvSpPr>
          <p:cNvPr id="12" name="直線接點 11">
            <a:extLst>
              <a:ext uri="{FF2B5EF4-FFF2-40B4-BE49-F238E27FC236}">
                <a16:creationId xmlns:a16="http://schemas.microsoft.com/office/drawing/2014/main" id="{EDB3E90C-43FD-48BC-8AA2-25A12D64C1DA}"/>
              </a:ext>
            </a:extLst>
          </p:cNvPr>
          <p:cNvSpPr>
            <a:spLocks noGrp="1"/>
          </p:cNvSpPr>
          <p:nvPr/>
        </p:nvSpPr>
        <p:spPr>
          <a:xfrm flipV="1">
            <a:off x="7048500" y="4000500"/>
            <a:ext cx="2476500" cy="1000125"/>
          </a:xfrm>
          <a:prstGeom prst="line">
            <a:avLst/>
          </a:prstGeom>
          <a:noFill/>
          <a:ln w="114300">
            <a:solidFill>
              <a:srgbClr val="25D6BE"/>
            </a:solidFill>
            <a:prstDash val="solid"/>
          </a:ln>
        </p:spPr>
        <p:txBody>
          <a:bodyPr/>
          <a:lstStyle/>
          <a:p>
            <a:endParaRPr lang="zh-TW" altLang="en-US"/>
          </a:p>
        </p:txBody>
      </p:sp>
      <p:sp>
        <p:nvSpPr>
          <p:cNvPr id="13" name="橢圓 12">
            <a:extLst>
              <a:ext uri="{FF2B5EF4-FFF2-40B4-BE49-F238E27FC236}">
                <a16:creationId xmlns:a16="http://schemas.microsoft.com/office/drawing/2014/main" id="{80F6A702-7875-498C-A4B3-20D1DFB10002}"/>
              </a:ext>
            </a:extLst>
          </p:cNvPr>
          <p:cNvSpPr>
            <a:spLocks noGrp="1"/>
          </p:cNvSpPr>
          <p:nvPr/>
        </p:nvSpPr>
        <p:spPr>
          <a:xfrm>
            <a:off x="4591050" y="3543300"/>
            <a:ext cx="904875" cy="904875"/>
          </a:xfrm>
          <a:prstGeom prst="ellipse">
            <a:avLst/>
          </a:prstGeom>
          <a:solidFill>
            <a:srgbClr val="FF806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5275D9CE-09FD-4C5E-9197-60389458E414}"/>
              </a:ext>
            </a:extLst>
          </p:cNvPr>
          <p:cNvSpPr>
            <a:spLocks noGrp="1"/>
          </p:cNvSpPr>
          <p:nvPr/>
        </p:nvSpPr>
        <p:spPr>
          <a:xfrm>
            <a:off x="4876800" y="3657600"/>
            <a:ext cx="333375" cy="619125"/>
          </a:xfrm>
          <a:prstGeom prst="rect">
            <a:avLst/>
          </a:prstGeom>
          <a:noFill/>
          <a:ln w="0">
            <a:noFill/>
            <a:prstDash val="solid"/>
          </a:ln>
        </p:spPr>
        <p:txBody>
          <a:bodyPr wrap="square" lIns="0" tIns="0" rIns="0" bIns="0" anchor="ctr">
            <a:normAutofit/>
          </a:bodyPr>
          <a:lstStyle>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橢圓 14">
            <a:extLst>
              <a:ext uri="{FF2B5EF4-FFF2-40B4-BE49-F238E27FC236}">
                <a16:creationId xmlns:a16="http://schemas.microsoft.com/office/drawing/2014/main" id="{66392BC6-BF26-4ECA-8BAF-3758D5F961A0}"/>
              </a:ext>
            </a:extLst>
          </p:cNvPr>
          <p:cNvSpPr>
            <a:spLocks noGrp="1"/>
          </p:cNvSpPr>
          <p:nvPr/>
        </p:nvSpPr>
        <p:spPr>
          <a:xfrm>
            <a:off x="9191625" y="3667125"/>
            <a:ext cx="666750" cy="666750"/>
          </a:xfrm>
          <a:prstGeom prst="ellipse">
            <a:avLst/>
          </a:prstGeom>
          <a:solidFill>
            <a:srgbClr val="BFF8ED"/>
          </a:solidFill>
          <a:ln w="0">
            <a:noFill/>
            <a:prstDash val="solid"/>
          </a:ln>
        </p:spPr>
        <p:txBody>
          <a:bodyPr/>
          <a:lstStyle/>
          <a:p>
            <a:endParaRPr lang="zh-TW" altLang="en-US"/>
          </a:p>
        </p:txBody>
      </p:sp>
      <p:sp>
        <p:nvSpPr>
          <p:cNvPr id="16" name="矩形 15">
            <a:extLst>
              <a:ext uri="{FF2B5EF4-FFF2-40B4-BE49-F238E27FC236}">
                <a16:creationId xmlns:a16="http://schemas.microsoft.com/office/drawing/2014/main" id="{A40AC9B3-CE86-4AEB-9D4E-62943262BA29}"/>
              </a:ext>
            </a:extLst>
          </p:cNvPr>
          <p:cNvSpPr>
            <a:spLocks noGrp="1"/>
          </p:cNvSpPr>
          <p:nvPr/>
        </p:nvSpPr>
        <p:spPr>
          <a:xfrm>
            <a:off x="9315450" y="3752850"/>
            <a:ext cx="428625" cy="466725"/>
          </a:xfrm>
          <a:prstGeom prst="rect">
            <a:avLst/>
          </a:prstGeom>
          <a:noFill/>
          <a:ln w="0">
            <a:noFill/>
            <a:prstDash val="solid"/>
          </a:ln>
        </p:spPr>
        <p:txBody>
          <a:bodyPr wrap="square" lIns="0" tIns="0" rIns="0" bIns="0" anchor="ctr">
            <a:normAutofit/>
          </a:bodyPr>
          <a:lstStyle>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矩形 16">
            <a:extLst>
              <a:ext uri="{FF2B5EF4-FFF2-40B4-BE49-F238E27FC236}">
                <a16:creationId xmlns:a16="http://schemas.microsoft.com/office/drawing/2014/main" id="{9C8C9435-996A-49D4-83F1-D0452A10C35E}"/>
              </a:ext>
            </a:extLst>
          </p:cNvPr>
          <p:cNvSpPr>
            <a:spLocks noGrp="1"/>
          </p:cNvSpPr>
          <p:nvPr/>
        </p:nvSpPr>
        <p:spPr>
          <a:xfrm>
            <a:off x="676275" y="5638800"/>
            <a:ext cx="9525000" cy="495300"/>
          </a:xfrm>
          <a:prstGeom prst="rect">
            <a:avLst/>
          </a:prstGeom>
          <a:noFill/>
          <a:ln w="0">
            <a:noFill/>
            <a:prstDash val="solid"/>
          </a:ln>
        </p:spPr>
        <p:txBody>
          <a:bodyPr wrap="square" lIns="0" tIns="0" rIns="0" bIns="0" anchor="ctr">
            <a:normAutofit/>
          </a:bodyPr>
          <a:lstStyle>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矩形 17">
            <a:extLst>
              <a:ext uri="{FF2B5EF4-FFF2-40B4-BE49-F238E27FC236}">
                <a16:creationId xmlns:a16="http://schemas.microsoft.com/office/drawing/2014/main" id="{E313E059-B6E4-4285-BB5E-05ACA16976EF}"/>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矩形 18">
            <a:extLst>
              <a:ext uri="{FF2B5EF4-FFF2-40B4-BE49-F238E27FC236}">
                <a16:creationId xmlns:a16="http://schemas.microsoft.com/office/drawing/2014/main" id="{71B5E601-13BB-42FF-B923-F4D0F168971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02</a:t>
            </a:r>
          </a:p>
        </p:txBody>
      </p:sp>
    </p:spTree>
    <p:extLst>
      <p:ext uri="{BB962C8B-B14F-4D97-AF65-F5344CB8AC3E}">
        <p14:creationId xmlns:p14="http://schemas.microsoft.com/office/powerpoint/2010/main" val="86743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F6E92B1-51E4-4597-BCB1-15825B134DEB}"/>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矩形 1">
            <a:extLst>
              <a:ext uri="{FF2B5EF4-FFF2-40B4-BE49-F238E27FC236}">
                <a16:creationId xmlns:a16="http://schemas.microsoft.com/office/drawing/2014/main" id="{D892812E-BEFC-4594-A47F-6687FBCCF03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矩形 2">
            <a:extLst>
              <a:ext uri="{FF2B5EF4-FFF2-40B4-BE49-F238E27FC236}">
                <a16:creationId xmlns:a16="http://schemas.microsoft.com/office/drawing/2014/main" id="{866EEFA1-37ED-4B8B-96B9-E77B964EAC2B}"/>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直線接點 3">
            <a:extLst>
              <a:ext uri="{FF2B5EF4-FFF2-40B4-BE49-F238E27FC236}">
                <a16:creationId xmlns:a16="http://schemas.microsoft.com/office/drawing/2014/main" id="{C0EEEF6D-5370-483F-ACA6-82C8BA57DF16}"/>
              </a:ext>
            </a:extLst>
          </p:cNvPr>
          <p:cNvSpPr>
            <a:spLocks noGrp="1"/>
          </p:cNvSpPr>
          <p:nvPr/>
        </p:nvSpPr>
        <p:spPr>
          <a:xfrm>
            <a:off x="1276350" y="3209925"/>
            <a:ext cx="8953500" cy="0"/>
          </a:xfrm>
          <a:prstGeom prst="line">
            <a:avLst/>
          </a:prstGeom>
          <a:noFill/>
          <a:ln w="66675">
            <a:solidFill>
              <a:srgbClr val="102E47"/>
            </a:solidFill>
            <a:prstDash val="solid"/>
          </a:ln>
        </p:spPr>
        <p:txBody>
          <a:bodyPr/>
          <a:lstStyle/>
          <a:p>
            <a:endParaRPr lang="zh-TW" altLang="en-US"/>
          </a:p>
        </p:txBody>
      </p:sp>
      <p:sp>
        <p:nvSpPr>
          <p:cNvPr id="5" name="橢圓 4">
            <a:extLst>
              <a:ext uri="{FF2B5EF4-FFF2-40B4-BE49-F238E27FC236}">
                <a16:creationId xmlns:a16="http://schemas.microsoft.com/office/drawing/2014/main" id="{052EDDB8-4982-46FA-8F4A-BF50E9EC0C01}"/>
              </a:ext>
            </a:extLst>
          </p:cNvPr>
          <p:cNvSpPr>
            <a:spLocks noGrp="1"/>
          </p:cNvSpPr>
          <p:nvPr/>
        </p:nvSpPr>
        <p:spPr>
          <a:xfrm>
            <a:off x="809625" y="2762250"/>
            <a:ext cx="933450" cy="933450"/>
          </a:xfrm>
          <a:prstGeom prst="ellipse">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F28D1C0A-276D-4CDC-B884-84A523146792}"/>
              </a:ext>
            </a:extLst>
          </p:cNvPr>
          <p:cNvSpPr>
            <a:spLocks noGrp="1"/>
          </p:cNvSpPr>
          <p:nvPr/>
        </p:nvSpPr>
        <p:spPr>
          <a:xfrm>
            <a:off x="8858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0E35C0D7-0572-4E74-8EA5-D6152ECBF0ED}"/>
              </a:ext>
            </a:extLst>
          </p:cNvPr>
          <p:cNvSpPr>
            <a:spLocks noGrp="1"/>
          </p:cNvSpPr>
          <p:nvPr/>
        </p:nvSpPr>
        <p:spPr>
          <a:xfrm>
            <a:off x="5429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矩形 7">
            <a:extLst>
              <a:ext uri="{FF2B5EF4-FFF2-40B4-BE49-F238E27FC236}">
                <a16:creationId xmlns:a16="http://schemas.microsoft.com/office/drawing/2014/main" id="{CFC51299-3472-4AF2-885C-F21E21C235C0}"/>
              </a:ext>
            </a:extLst>
          </p:cNvPr>
          <p:cNvSpPr>
            <a:spLocks noGrp="1"/>
          </p:cNvSpPr>
          <p:nvPr/>
        </p:nvSpPr>
        <p:spPr>
          <a:xfrm>
            <a:off x="5238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橢圓 8">
            <a:extLst>
              <a:ext uri="{FF2B5EF4-FFF2-40B4-BE49-F238E27FC236}">
                <a16:creationId xmlns:a16="http://schemas.microsoft.com/office/drawing/2014/main" id="{4C30A0B1-941F-4ACC-845C-7A11BCF7E416}"/>
              </a:ext>
            </a:extLst>
          </p:cNvPr>
          <p:cNvSpPr>
            <a:spLocks noGrp="1"/>
          </p:cNvSpPr>
          <p:nvPr/>
        </p:nvSpPr>
        <p:spPr>
          <a:xfrm>
            <a:off x="3048000" y="2762250"/>
            <a:ext cx="933450" cy="933450"/>
          </a:xfrm>
          <a:prstGeom prst="ellipse">
            <a:avLst/>
          </a:prstGeom>
          <a:solidFill>
            <a:srgbClr val="25D6BE"/>
          </a:solidFill>
          <a:ln w="0">
            <a:noFill/>
            <a:prstDash val="solid"/>
          </a:ln>
        </p:spPr>
        <p:txBody>
          <a:bodyPr/>
          <a:lstStyle/>
          <a:p>
            <a:endParaRPr lang="zh-TW" altLang="en-US"/>
          </a:p>
        </p:txBody>
      </p:sp>
      <p:sp>
        <p:nvSpPr>
          <p:cNvPr id="10" name="矩形 9">
            <a:extLst>
              <a:ext uri="{FF2B5EF4-FFF2-40B4-BE49-F238E27FC236}">
                <a16:creationId xmlns:a16="http://schemas.microsoft.com/office/drawing/2014/main" id="{593F30E9-2028-40F1-AE0A-81F5BCEEE669}"/>
              </a:ext>
            </a:extLst>
          </p:cNvPr>
          <p:cNvSpPr>
            <a:spLocks noGrp="1"/>
          </p:cNvSpPr>
          <p:nvPr/>
        </p:nvSpPr>
        <p:spPr>
          <a:xfrm>
            <a:off x="312420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7ECD4282-7BB0-48F7-9AA2-1D7DD2E7AD2F}"/>
              </a:ext>
            </a:extLst>
          </p:cNvPr>
          <p:cNvSpPr>
            <a:spLocks noGrp="1"/>
          </p:cNvSpPr>
          <p:nvPr/>
        </p:nvSpPr>
        <p:spPr>
          <a:xfrm>
            <a:off x="278130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矩形 11">
            <a:extLst>
              <a:ext uri="{FF2B5EF4-FFF2-40B4-BE49-F238E27FC236}">
                <a16:creationId xmlns:a16="http://schemas.microsoft.com/office/drawing/2014/main" id="{22A82E6D-BE5B-4ED9-8B08-407EA6F9AF8C}"/>
              </a:ext>
            </a:extLst>
          </p:cNvPr>
          <p:cNvSpPr>
            <a:spLocks noGrp="1"/>
          </p:cNvSpPr>
          <p:nvPr/>
        </p:nvSpPr>
        <p:spPr>
          <a:xfrm>
            <a:off x="276225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橢圓 12">
            <a:extLst>
              <a:ext uri="{FF2B5EF4-FFF2-40B4-BE49-F238E27FC236}">
                <a16:creationId xmlns:a16="http://schemas.microsoft.com/office/drawing/2014/main" id="{2CF7A17B-6D5A-45C9-A233-B77D3F258F84}"/>
              </a:ext>
            </a:extLst>
          </p:cNvPr>
          <p:cNvSpPr>
            <a:spLocks noGrp="1"/>
          </p:cNvSpPr>
          <p:nvPr/>
        </p:nvSpPr>
        <p:spPr>
          <a:xfrm>
            <a:off x="5286375" y="2762250"/>
            <a:ext cx="933450" cy="933450"/>
          </a:xfrm>
          <a:prstGeom prst="ellipse">
            <a:avLst/>
          </a:prstGeom>
          <a:solidFill>
            <a:srgbClr val="25D6B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467A0C29-E5DF-46D7-85DC-D4C4D81AF88B}"/>
              </a:ext>
            </a:extLst>
          </p:cNvPr>
          <p:cNvSpPr>
            <a:spLocks noGrp="1"/>
          </p:cNvSpPr>
          <p:nvPr/>
        </p:nvSpPr>
        <p:spPr>
          <a:xfrm>
            <a:off x="536257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59C92D8-12D3-4DC6-A8BA-E63F0DCF3924}"/>
              </a:ext>
            </a:extLst>
          </p:cNvPr>
          <p:cNvSpPr>
            <a:spLocks noGrp="1"/>
          </p:cNvSpPr>
          <p:nvPr/>
        </p:nvSpPr>
        <p:spPr>
          <a:xfrm>
            <a:off x="501967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矩形 15">
            <a:extLst>
              <a:ext uri="{FF2B5EF4-FFF2-40B4-BE49-F238E27FC236}">
                <a16:creationId xmlns:a16="http://schemas.microsoft.com/office/drawing/2014/main" id="{714CF818-B5C8-4FFF-A6A4-C69084FD6BD1}"/>
              </a:ext>
            </a:extLst>
          </p:cNvPr>
          <p:cNvSpPr>
            <a:spLocks noGrp="1"/>
          </p:cNvSpPr>
          <p:nvPr/>
        </p:nvSpPr>
        <p:spPr>
          <a:xfrm>
            <a:off x="500062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橢圓 16">
            <a:extLst>
              <a:ext uri="{FF2B5EF4-FFF2-40B4-BE49-F238E27FC236}">
                <a16:creationId xmlns:a16="http://schemas.microsoft.com/office/drawing/2014/main" id="{9AB1CA94-1088-4296-B56B-9BCBCFF73750}"/>
              </a:ext>
            </a:extLst>
          </p:cNvPr>
          <p:cNvSpPr>
            <a:spLocks noGrp="1"/>
          </p:cNvSpPr>
          <p:nvPr/>
        </p:nvSpPr>
        <p:spPr>
          <a:xfrm>
            <a:off x="7524750" y="2762250"/>
            <a:ext cx="933450" cy="933450"/>
          </a:xfrm>
          <a:prstGeom prst="ellipse">
            <a:avLst/>
          </a:prstGeom>
          <a:solidFill>
            <a:srgbClr val="25D6BE"/>
          </a:solidFill>
          <a:ln w="0">
            <a:noFill/>
            <a:prstDash val="solid"/>
          </a:ln>
        </p:spPr>
        <p:txBody>
          <a:bodyPr/>
          <a:lstStyle/>
          <a:p>
            <a:endParaRPr lang="zh-TW" altLang="en-US"/>
          </a:p>
        </p:txBody>
      </p:sp>
      <p:sp>
        <p:nvSpPr>
          <p:cNvPr id="18" name="矩形 17">
            <a:extLst>
              <a:ext uri="{FF2B5EF4-FFF2-40B4-BE49-F238E27FC236}">
                <a16:creationId xmlns:a16="http://schemas.microsoft.com/office/drawing/2014/main" id="{2B20B40B-5B08-4784-B62E-72EB606E2850}"/>
              </a:ext>
            </a:extLst>
          </p:cNvPr>
          <p:cNvSpPr>
            <a:spLocks noGrp="1"/>
          </p:cNvSpPr>
          <p:nvPr/>
        </p:nvSpPr>
        <p:spPr>
          <a:xfrm>
            <a:off x="760095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矩形 18">
            <a:extLst>
              <a:ext uri="{FF2B5EF4-FFF2-40B4-BE49-F238E27FC236}">
                <a16:creationId xmlns:a16="http://schemas.microsoft.com/office/drawing/2014/main" id="{D03D1620-B175-4C21-9739-8ABA29C69DF2}"/>
              </a:ext>
            </a:extLst>
          </p:cNvPr>
          <p:cNvSpPr>
            <a:spLocks noGrp="1"/>
          </p:cNvSpPr>
          <p:nvPr/>
        </p:nvSpPr>
        <p:spPr>
          <a:xfrm>
            <a:off x="725805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矩形 19">
            <a:extLst>
              <a:ext uri="{FF2B5EF4-FFF2-40B4-BE49-F238E27FC236}">
                <a16:creationId xmlns:a16="http://schemas.microsoft.com/office/drawing/2014/main" id="{78529241-66FE-46A8-B980-24F45ACBED5B}"/>
              </a:ext>
            </a:extLst>
          </p:cNvPr>
          <p:cNvSpPr>
            <a:spLocks noGrp="1"/>
          </p:cNvSpPr>
          <p:nvPr/>
        </p:nvSpPr>
        <p:spPr>
          <a:xfrm>
            <a:off x="723900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橢圓 20">
            <a:extLst>
              <a:ext uri="{FF2B5EF4-FFF2-40B4-BE49-F238E27FC236}">
                <a16:creationId xmlns:a16="http://schemas.microsoft.com/office/drawing/2014/main" id="{E94BC7E0-EE7D-4644-8360-5C7D4F36E2A5}"/>
              </a:ext>
            </a:extLst>
          </p:cNvPr>
          <p:cNvSpPr>
            <a:spLocks noGrp="1"/>
          </p:cNvSpPr>
          <p:nvPr/>
        </p:nvSpPr>
        <p:spPr>
          <a:xfrm>
            <a:off x="9763125" y="2762250"/>
            <a:ext cx="933450" cy="933450"/>
          </a:xfrm>
          <a:prstGeom prst="ellipse">
            <a:avLst/>
          </a:prstGeom>
          <a:solidFill>
            <a:srgbClr val="FF806E"/>
          </a:solidFill>
          <a:ln w="0">
            <a:noFill/>
            <a:prstDash val="solid"/>
          </a:ln>
        </p:spPr>
        <p:txBody>
          <a:bodyPr/>
          <a:lstStyle/>
          <a:p>
            <a:endParaRPr lang="zh-TW" altLang="en-US"/>
          </a:p>
        </p:txBody>
      </p:sp>
      <p:sp>
        <p:nvSpPr>
          <p:cNvPr id="22" name="矩形 21">
            <a:extLst>
              <a:ext uri="{FF2B5EF4-FFF2-40B4-BE49-F238E27FC236}">
                <a16:creationId xmlns:a16="http://schemas.microsoft.com/office/drawing/2014/main" id="{330FD425-43C3-4424-AD39-E9D1527CDF1C}"/>
              </a:ext>
            </a:extLst>
          </p:cNvPr>
          <p:cNvSpPr>
            <a:spLocks noGrp="1"/>
          </p:cNvSpPr>
          <p:nvPr/>
        </p:nvSpPr>
        <p:spPr>
          <a:xfrm>
            <a:off x="98393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矩形 22">
            <a:extLst>
              <a:ext uri="{FF2B5EF4-FFF2-40B4-BE49-F238E27FC236}">
                <a16:creationId xmlns:a16="http://schemas.microsoft.com/office/drawing/2014/main" id="{F8FFE3B3-302A-4662-A0DB-12B9D9A8E6F9}"/>
              </a:ext>
            </a:extLst>
          </p:cNvPr>
          <p:cNvSpPr>
            <a:spLocks noGrp="1"/>
          </p:cNvSpPr>
          <p:nvPr/>
        </p:nvSpPr>
        <p:spPr>
          <a:xfrm>
            <a:off x="94964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矩形 23">
            <a:extLst>
              <a:ext uri="{FF2B5EF4-FFF2-40B4-BE49-F238E27FC236}">
                <a16:creationId xmlns:a16="http://schemas.microsoft.com/office/drawing/2014/main" id="{7CA97B70-456B-4FB8-BFDE-1865C0901626}"/>
              </a:ext>
            </a:extLst>
          </p:cNvPr>
          <p:cNvSpPr>
            <a:spLocks noGrp="1"/>
          </p:cNvSpPr>
          <p:nvPr/>
        </p:nvSpPr>
        <p:spPr>
          <a:xfrm>
            <a:off x="94773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矩形 24">
            <a:extLst>
              <a:ext uri="{FF2B5EF4-FFF2-40B4-BE49-F238E27FC236}">
                <a16:creationId xmlns:a16="http://schemas.microsoft.com/office/drawing/2014/main" id="{89C08FA1-8053-4992-AA7E-E46256C27432}"/>
              </a:ext>
            </a:extLst>
          </p:cNvPr>
          <p:cNvSpPr>
            <a:spLocks noGrp="1"/>
          </p:cNvSpPr>
          <p:nvPr/>
        </p:nvSpPr>
        <p:spPr>
          <a:xfrm>
            <a:off x="838200" y="5648325"/>
            <a:ext cx="2952750" cy="523875"/>
          </a:xfrm>
          <a:prstGeom prst="rect">
            <a:avLst/>
          </a:prstGeom>
          <a:noFill/>
          <a:ln w="0">
            <a:noFill/>
            <a:prstDash val="solid"/>
          </a:ln>
        </p:spPr>
        <p:txBody>
          <a:bodyPr wrap="square" lIns="0" tIns="0" rIns="0" bIns="0" anchor="ctr">
            <a:normAutofit/>
          </a:bodyPr>
          <a:lstStyle>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矩形 25">
            <a:extLst>
              <a:ext uri="{FF2B5EF4-FFF2-40B4-BE49-F238E27FC236}">
                <a16:creationId xmlns:a16="http://schemas.microsoft.com/office/drawing/2014/main" id="{63C7EFB0-AB89-4FD3-961C-F6E6430CABDA}"/>
              </a:ext>
            </a:extLst>
          </p:cNvPr>
          <p:cNvSpPr>
            <a:spLocks noGrp="1"/>
          </p:cNvSpPr>
          <p:nvPr/>
        </p:nvSpPr>
        <p:spPr>
          <a:xfrm>
            <a:off x="4410075" y="5648325"/>
            <a:ext cx="3810000" cy="523875"/>
          </a:xfrm>
          <a:prstGeom prst="rect">
            <a:avLst/>
          </a:prstGeom>
          <a:noFill/>
          <a:ln w="0">
            <a:noFill/>
            <a:prstDash val="solid"/>
          </a:ln>
        </p:spPr>
        <p:txBody>
          <a:bodyPr wrap="square" lIns="0" tIns="0" rIns="0" bIns="0" anchor="ctr">
            <a:normAutofit/>
          </a:bodyPr>
          <a:lstStyle>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矩形 26">
            <a:extLst>
              <a:ext uri="{FF2B5EF4-FFF2-40B4-BE49-F238E27FC236}">
                <a16:creationId xmlns:a16="http://schemas.microsoft.com/office/drawing/2014/main" id="{08D12ECB-9769-4E4A-857C-BB91AE32E5F1}"/>
              </a:ext>
            </a:extLst>
          </p:cNvPr>
          <p:cNvSpPr>
            <a:spLocks noGrp="1"/>
          </p:cNvSpPr>
          <p:nvPr/>
        </p:nvSpPr>
        <p:spPr>
          <a:xfrm>
            <a:off x="8582025" y="5648325"/>
            <a:ext cx="2971800" cy="523875"/>
          </a:xfrm>
          <a:prstGeom prst="rect">
            <a:avLst/>
          </a:prstGeom>
          <a:noFill/>
          <a:ln w="0">
            <a:noFill/>
            <a:prstDash val="solid"/>
          </a:ln>
        </p:spPr>
        <p:txBody>
          <a:bodyPr wrap="square" lIns="0" tIns="0" rIns="0" bIns="0" anchor="ctr">
            <a:normAutofit/>
          </a:bodyPr>
          <a:lstStyle>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矩形 27">
            <a:extLst>
              <a:ext uri="{FF2B5EF4-FFF2-40B4-BE49-F238E27FC236}">
                <a16:creationId xmlns:a16="http://schemas.microsoft.com/office/drawing/2014/main" id="{B6E754F8-EC97-4859-81CE-274B449390B2}"/>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矩形 28">
            <a:extLst>
              <a:ext uri="{FF2B5EF4-FFF2-40B4-BE49-F238E27FC236}">
                <a16:creationId xmlns:a16="http://schemas.microsoft.com/office/drawing/2014/main" id="{2DF20D07-C36B-4517-A8DE-B393E63FA1E3}"/>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69751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A4305A-8E80-4F92-8B8A-080633705EFC}"/>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04</a:t>
            </a:r>
          </a:p>
        </p:txBody>
      </p:sp>
      <p:sp>
        <p:nvSpPr>
          <p:cNvPr id="2" name="矩形 1">
            <a:extLst>
              <a:ext uri="{FF2B5EF4-FFF2-40B4-BE49-F238E27FC236}">
                <a16:creationId xmlns:a16="http://schemas.microsoft.com/office/drawing/2014/main" id="{74E7DED0-C789-4F51-82CB-2D9BACCA8C8D}"/>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矩形 2">
            <a:extLst>
              <a:ext uri="{FF2B5EF4-FFF2-40B4-BE49-F238E27FC236}">
                <a16:creationId xmlns:a16="http://schemas.microsoft.com/office/drawing/2014/main" id="{E8305CFF-FFAB-4061-82C1-BEFCCBDD4AB4}"/>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94F30430-5895-4AC7-BAB4-64BE803FDEC4}"/>
              </a:ext>
            </a:extLst>
          </p:cNvPr>
          <p:cNvSpPr>
            <a:spLocks noGrp="1"/>
          </p:cNvSpPr>
          <p:nvPr/>
        </p:nvSpPr>
        <p:spPr>
          <a:xfrm>
            <a:off x="638175" y="2324100"/>
            <a:ext cx="4076700" cy="723900"/>
          </a:xfrm>
          <a:prstGeom prst="rect">
            <a:avLst/>
          </a:prstGeom>
          <a:noFill/>
          <a:ln w="0">
            <a:noFill/>
            <a:prstDash val="solid"/>
          </a:ln>
        </p:spPr>
        <p:txBody>
          <a:bodyPr wrap="square" lIns="0" tIns="0" rIns="0" bIns="0" anchor="ctr">
            <a:normAutofit/>
          </a:bodyPr>
          <a:lstStyle>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矩形 4">
            <a:extLst>
              <a:ext uri="{FF2B5EF4-FFF2-40B4-BE49-F238E27FC236}">
                <a16:creationId xmlns:a16="http://schemas.microsoft.com/office/drawing/2014/main" id="{A4D44A36-C49A-4B8C-BCF4-6BA6F085A926}"/>
              </a:ext>
            </a:extLst>
          </p:cNvPr>
          <p:cNvSpPr>
            <a:spLocks noGrp="1"/>
          </p:cNvSpPr>
          <p:nvPr/>
        </p:nvSpPr>
        <p:spPr>
          <a:xfrm>
            <a:off x="638175" y="3419475"/>
            <a:ext cx="3876675" cy="400050"/>
          </a:xfrm>
          <a:prstGeom prst="rect">
            <a:avLst/>
          </a:prstGeom>
          <a:noFill/>
          <a:ln w="0">
            <a:noFill/>
            <a:prstDash val="solid"/>
          </a:ln>
        </p:spPr>
        <p:txBody>
          <a:bodyPr wrap="square" lIns="0" tIns="0" rIns="0" bIns="0" anchor="ctr">
            <a:normAutofit/>
          </a:bodyPr>
          <a:lstStyle>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矩形 5">
            <a:extLst>
              <a:ext uri="{FF2B5EF4-FFF2-40B4-BE49-F238E27FC236}">
                <a16:creationId xmlns:a16="http://schemas.microsoft.com/office/drawing/2014/main" id="{811D7455-AF79-4CBA-B00D-730AC7FF46C1}"/>
              </a:ext>
            </a:extLst>
          </p:cNvPr>
          <p:cNvSpPr>
            <a:spLocks noGrp="1"/>
          </p:cNvSpPr>
          <p:nvPr/>
        </p:nvSpPr>
        <p:spPr>
          <a:xfrm>
            <a:off x="638175" y="3857625"/>
            <a:ext cx="4010025" cy="685800"/>
          </a:xfrm>
          <a:prstGeom prst="rect">
            <a:avLst/>
          </a:prstGeom>
          <a:noFill/>
          <a:ln w="0">
            <a:noFill/>
            <a:prstDash val="solid"/>
          </a:ln>
        </p:spPr>
        <p:txBody>
          <a:bodyPr wrap="square" lIns="0" tIns="0" rIns="0" bIns="0" anchor="ctr">
            <a:normAutofit/>
          </a:bodyPr>
          <a:lstStyle>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矩形 6">
            <a:extLst>
              <a:ext uri="{FF2B5EF4-FFF2-40B4-BE49-F238E27FC236}">
                <a16:creationId xmlns:a16="http://schemas.microsoft.com/office/drawing/2014/main" id="{F144058C-92A5-429A-809A-484344E1EA4F}"/>
              </a:ext>
            </a:extLst>
          </p:cNvPr>
          <p:cNvSpPr>
            <a:spLocks noGrp="1"/>
          </p:cNvSpPr>
          <p:nvPr/>
        </p:nvSpPr>
        <p:spPr>
          <a:xfrm>
            <a:off x="638175" y="4714875"/>
            <a:ext cx="3333750" cy="47625"/>
          </a:xfrm>
          <a:prstGeom prst="rect">
            <a:avLst/>
          </a:prstGeom>
          <a:solidFill>
            <a:srgbClr val="25D6BE"/>
          </a:solidFill>
          <a:ln w="0">
            <a:noFill/>
            <a:prstDash val="solid"/>
          </a:ln>
        </p:spPr>
        <p:txBody>
          <a:bodyPr/>
          <a:lstStyle/>
          <a:p>
            <a:endParaRPr lang="zh-TW" altLang="en-US"/>
          </a:p>
        </p:txBody>
      </p:sp>
      <p:sp>
        <p:nvSpPr>
          <p:cNvPr id="8" name="矩形 7">
            <a:extLst>
              <a:ext uri="{FF2B5EF4-FFF2-40B4-BE49-F238E27FC236}">
                <a16:creationId xmlns:a16="http://schemas.microsoft.com/office/drawing/2014/main" id="{E4BF663C-E7C9-41C2-AF03-9258B9038CEF}"/>
              </a:ext>
            </a:extLst>
          </p:cNvPr>
          <p:cNvSpPr>
            <a:spLocks noGrp="1"/>
          </p:cNvSpPr>
          <p:nvPr/>
        </p:nvSpPr>
        <p:spPr>
          <a:xfrm>
            <a:off x="638175" y="5048250"/>
            <a:ext cx="4010025" cy="60960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圖片 8">
            <a:extLst>
              <a:ext uri="{FF2B5EF4-FFF2-40B4-BE49-F238E27FC236}">
                <a16:creationId xmlns:a16="http://schemas.microsoft.com/office/drawing/2014/main" id="{F519DC44-D4F0-4EAB-9FB7-A146D228F891}"/>
              </a:ext>
            </a:extLst>
          </p:cNvPr>
          <p:cNvPicPr>
            <a:picLocks noChangeAspect="1"/>
          </p:cNvPicPr>
          <p:nvPr/>
        </p:nvPicPr>
        <p:blipFill>
          <a:blip r:embed="rId3"/>
          <a:srcRect l="27000" t="20000" r="3000" b="12000"/>
          <a:stretch/>
        </p:blipFill>
        <p:spPr>
          <a:xfrm>
            <a:off x="4953000" y="1857375"/>
            <a:ext cx="6572250" cy="4143375"/>
          </a:xfrm>
          <a:prstGeom prst="rect">
            <a:avLst/>
          </a:prstGeom>
        </p:spPr>
      </p:pic>
      <p:sp>
        <p:nvSpPr>
          <p:cNvPr id="10" name="矩形 9">
            <a:extLst>
              <a:ext uri="{FF2B5EF4-FFF2-40B4-BE49-F238E27FC236}">
                <a16:creationId xmlns:a16="http://schemas.microsoft.com/office/drawing/2014/main" id="{F3B2A0AA-B160-45EB-8145-D3394F4ED62D}"/>
              </a:ext>
            </a:extLst>
          </p:cNvPr>
          <p:cNvSpPr>
            <a:spLocks noGrp="1"/>
          </p:cNvSpPr>
          <p:nvPr/>
        </p:nvSpPr>
        <p:spPr>
          <a:xfrm>
            <a:off x="4962525" y="6096000"/>
            <a:ext cx="6381750" cy="257175"/>
          </a:xfrm>
          <a:prstGeom prst="rect">
            <a:avLst/>
          </a:prstGeom>
          <a:noFill/>
          <a:ln w="0">
            <a:noFill/>
            <a:prstDash val="solid"/>
          </a:ln>
        </p:spPr>
        <p:txBody>
          <a:bodyPr wrap="square" lIns="0" tIns="0" rIns="0" bIns="0" anchor="ctr">
            <a:normAutofit/>
          </a:bodyPr>
          <a:lstStyle>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矩形 10">
            <a:extLst>
              <a:ext uri="{FF2B5EF4-FFF2-40B4-BE49-F238E27FC236}">
                <a16:creationId xmlns:a16="http://schemas.microsoft.com/office/drawing/2014/main" id="{1710929C-6582-4667-A37F-8FF4449EC961}"/>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矩形 11">
            <a:extLst>
              <a:ext uri="{FF2B5EF4-FFF2-40B4-BE49-F238E27FC236}">
                <a16:creationId xmlns:a16="http://schemas.microsoft.com/office/drawing/2014/main" id="{F9A4BE0B-2E50-4589-B3BC-C920AE84AAD0}"/>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04</a:t>
            </a:r>
          </a:p>
        </p:txBody>
      </p:sp>
    </p:spTree>
    <p:extLst>
      <p:ext uri="{BB962C8B-B14F-4D97-AF65-F5344CB8AC3E}">
        <p14:creationId xmlns:p14="http://schemas.microsoft.com/office/powerpoint/2010/main" val="22267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E2A"/>
        </a:solidFill>
        <a:effectLst/>
      </p:bgPr>
    </p:bg>
    <p:spTree>
      <p:nvGrpSpPr>
        <p:cNvPr id="1" name=""/>
        <p:cNvGrpSpPr/>
        <p:nvPr/>
      </p:nvGrpSpPr>
      <p:grpSpPr>
        <a:xfrm>
          <a:off x="0" y="0"/>
          <a:ext cx="0" cy="0"/>
          <a:chOff x="0" y="0"/>
          <a:chExt cx="0" cy="0"/>
        </a:xfrm>
      </p:grpSpPr>
      <p:sp>
        <p:nvSpPr>
          <p:cNvPr id="2" name="TextBox 1"/>
          <p:cNvSpPr txBox="1"/>
          <p:nvPr/>
        </p:nvSpPr>
        <p:spPr>
          <a:xfrm>
            <a:off x="594360" y="192024"/>
            <a:ext cx="10972800" cy="420624"/>
          </a:xfrm>
          <a:prstGeom prst="rect">
            <a:avLst/>
          </a:prstGeom>
          <a:noFill/>
        </p:spPr>
        <p:txBody>
          <a:bodyPr wrap="none">
            <a:spAutoFit/>
          </a:bodyPr>
          <a:lstStyle/>
          <a:p>
            <a:pPr>
              <a:defRPr sz="2900" b="1">
                <a:solidFill>
                  <a:srgbClr val="ECF8FA"/>
                </a:solidFill>
                <a:latin typeface="Arial"/>
              </a:defRPr>
            </a:pPr>
            <a:r>
              <a:t>Prototype demo · 90 seconds</a:t>
            </a:r>
          </a:p>
        </p:txBody>
      </p:sp>
      <p:sp>
        <p:nvSpPr>
          <p:cNvPr id="3" name="TextBox 2"/>
          <p:cNvSpPr txBox="1"/>
          <p:nvPr/>
        </p:nvSpPr>
        <p:spPr>
          <a:xfrm>
            <a:off x="603504" y="640080"/>
            <a:ext cx="10972800" cy="310896"/>
          </a:xfrm>
          <a:prstGeom prst="rect">
            <a:avLst/>
          </a:prstGeom>
          <a:noFill/>
        </p:spPr>
        <p:txBody>
          <a:bodyPr wrap="none">
            <a:spAutoFit/>
          </a:bodyPr>
          <a:lstStyle/>
          <a:p>
            <a:pPr>
              <a:defRPr sz="1500">
                <a:solidFill>
                  <a:srgbClr val="81DBDA"/>
                </a:solidFill>
                <a:latin typeface="Arial"/>
              </a:defRPr>
            </a:pPr>
            <a:r>
              <a:t>Narrated two-case detector and route demo · Aberdeen holds · Tuen Mun ranks a modelled candidate</a:t>
            </a:r>
          </a:p>
        </p:txBody>
      </p:sp>
      <p:pic>
        <p:nvPicPr>
          <p:cNvPr id="4" name="ripple-two-case-website-demo-2026-10-18-v17-detectors-narrated.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6152" y="1033271"/>
            <a:ext cx="9756648"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64D0B525-7B10-4BCA-A3A6-BA47C720B8C0}"/>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06</a:t>
            </a:r>
          </a:p>
        </p:txBody>
      </p:sp>
      <p:sp>
        <p:nvSpPr>
          <p:cNvPr id="2" name="矩形 1">
            <a:extLst>
              <a:ext uri="{FF2B5EF4-FFF2-40B4-BE49-F238E27FC236}">
                <a16:creationId xmlns:a16="http://schemas.microsoft.com/office/drawing/2014/main" id="{46234282-1AE6-40F6-8A56-145056C5C88B}"/>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矩形 2">
            <a:extLst>
              <a:ext uri="{FF2B5EF4-FFF2-40B4-BE49-F238E27FC236}">
                <a16:creationId xmlns:a16="http://schemas.microsoft.com/office/drawing/2014/main" id="{290A2256-13F7-47A9-AD0A-110ED69E89A8}"/>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直線接點 3">
            <a:extLst>
              <a:ext uri="{FF2B5EF4-FFF2-40B4-BE49-F238E27FC236}">
                <a16:creationId xmlns:a16="http://schemas.microsoft.com/office/drawing/2014/main" id="{6633106E-CA57-47C1-BD0B-77B45664F33E}"/>
              </a:ext>
            </a:extLst>
          </p:cNvPr>
          <p:cNvSpPr>
            <a:spLocks noGrp="1"/>
          </p:cNvSpPr>
          <p:nvPr/>
        </p:nvSpPr>
        <p:spPr>
          <a:xfrm>
            <a:off x="1276350" y="3400425"/>
            <a:ext cx="9439275" cy="0"/>
          </a:xfrm>
          <a:prstGeom prst="line">
            <a:avLst/>
          </a:prstGeom>
          <a:noFill/>
          <a:ln w="76200">
            <a:solidFill>
              <a:srgbClr val="D2E1E7"/>
            </a:solidFill>
            <a:prstDash val="solid"/>
          </a:ln>
        </p:spPr>
        <p:txBody>
          <a:bodyPr/>
          <a:lstStyle/>
          <a:p>
            <a:endParaRPr/>
          </a:p>
        </p:txBody>
      </p:sp>
      <p:sp>
        <p:nvSpPr>
          <p:cNvPr id="5" name="橢圓 4">
            <a:extLst>
              <a:ext uri="{FF2B5EF4-FFF2-40B4-BE49-F238E27FC236}">
                <a16:creationId xmlns:a16="http://schemas.microsoft.com/office/drawing/2014/main" id="{0F6CF7C0-C545-4591-9724-44B9C52B4941}"/>
              </a:ext>
            </a:extLst>
          </p:cNvPr>
          <p:cNvSpPr>
            <a:spLocks noGrp="1"/>
          </p:cNvSpPr>
          <p:nvPr/>
        </p:nvSpPr>
        <p:spPr>
          <a:xfrm>
            <a:off x="1200150" y="2933700"/>
            <a:ext cx="952500" cy="952500"/>
          </a:xfrm>
          <a:prstGeom prst="ellipse">
            <a:avLst/>
          </a:prstGeom>
          <a:solidFill>
            <a:srgbClr val="25D6BE"/>
          </a:solidFill>
          <a:ln w="0">
            <a:noFill/>
            <a:prstDash val="solid"/>
          </a:ln>
        </p:spPr>
        <p:txBody>
          <a:bodyPr/>
          <a:lstStyle/>
          <a:p>
            <a:endParaRPr/>
          </a:p>
        </p:txBody>
      </p:sp>
      <p:sp>
        <p:nvSpPr>
          <p:cNvPr id="6" name="矩形 5">
            <a:extLst>
              <a:ext uri="{FF2B5EF4-FFF2-40B4-BE49-F238E27FC236}">
                <a16:creationId xmlns:a16="http://schemas.microsoft.com/office/drawing/2014/main" id="{D72E7F52-7878-40BE-89A8-49A1751ADC35}"/>
              </a:ext>
            </a:extLst>
          </p:cNvPr>
          <p:cNvSpPr>
            <a:spLocks noGrp="1"/>
          </p:cNvSpPr>
          <p:nvPr/>
        </p:nvSpPr>
        <p:spPr>
          <a:xfrm>
            <a:off x="1295400"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2FD85956-DE85-4CB5-AD41-F75FDAF70AC2}"/>
              </a:ext>
            </a:extLst>
          </p:cNvPr>
          <p:cNvSpPr>
            <a:spLocks noGrp="1"/>
          </p:cNvSpPr>
          <p:nvPr/>
        </p:nvSpPr>
        <p:spPr>
          <a:xfrm>
            <a:off x="457200"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矩形 7">
            <a:extLst>
              <a:ext uri="{FF2B5EF4-FFF2-40B4-BE49-F238E27FC236}">
                <a16:creationId xmlns:a16="http://schemas.microsoft.com/office/drawing/2014/main" id="{23541A8A-6CE8-4125-B271-97E06C2FD245}"/>
              </a:ext>
            </a:extLst>
          </p:cNvPr>
          <p:cNvSpPr>
            <a:spLocks noGrp="1"/>
          </p:cNvSpPr>
          <p:nvPr/>
        </p:nvSpPr>
        <p:spPr>
          <a:xfrm>
            <a:off x="323850"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橢圓 8">
            <a:extLst>
              <a:ext uri="{FF2B5EF4-FFF2-40B4-BE49-F238E27FC236}">
                <a16:creationId xmlns:a16="http://schemas.microsoft.com/office/drawing/2014/main" id="{CA7929C2-C90F-4BB8-A5D4-AACB83117707}"/>
              </a:ext>
            </a:extLst>
          </p:cNvPr>
          <p:cNvSpPr>
            <a:spLocks noGrp="1"/>
          </p:cNvSpPr>
          <p:nvPr/>
        </p:nvSpPr>
        <p:spPr>
          <a:xfrm>
            <a:off x="5095875" y="2933700"/>
            <a:ext cx="952500" cy="952500"/>
          </a:xfrm>
          <a:prstGeom prst="ellipse">
            <a:avLst/>
          </a:prstGeom>
          <a:solidFill>
            <a:srgbClr val="25D6BE"/>
          </a:solidFill>
          <a:ln w="0">
            <a:noFill/>
            <a:prstDash val="solid"/>
          </a:ln>
        </p:spPr>
        <p:txBody>
          <a:bodyPr/>
          <a:lstStyle/>
          <a:p>
            <a:endParaRPr/>
          </a:p>
        </p:txBody>
      </p:sp>
      <p:sp>
        <p:nvSpPr>
          <p:cNvPr id="10" name="矩形 9">
            <a:extLst>
              <a:ext uri="{FF2B5EF4-FFF2-40B4-BE49-F238E27FC236}">
                <a16:creationId xmlns:a16="http://schemas.microsoft.com/office/drawing/2014/main" id="{208D5830-F5BF-49C7-A6E4-88A729B935B5}"/>
              </a:ext>
            </a:extLst>
          </p:cNvPr>
          <p:cNvSpPr>
            <a:spLocks noGrp="1"/>
          </p:cNvSpPr>
          <p:nvPr/>
        </p:nvSpPr>
        <p:spPr>
          <a:xfrm>
            <a:off x="519112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13223962-AB5F-479C-8422-70D7A075DDFC}"/>
              </a:ext>
            </a:extLst>
          </p:cNvPr>
          <p:cNvSpPr>
            <a:spLocks noGrp="1"/>
          </p:cNvSpPr>
          <p:nvPr/>
        </p:nvSpPr>
        <p:spPr>
          <a:xfrm>
            <a:off x="435292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矩形 11">
            <a:extLst>
              <a:ext uri="{FF2B5EF4-FFF2-40B4-BE49-F238E27FC236}">
                <a16:creationId xmlns:a16="http://schemas.microsoft.com/office/drawing/2014/main" id="{BEEAD545-9F1C-488F-A2B4-81304339CA38}"/>
              </a:ext>
            </a:extLst>
          </p:cNvPr>
          <p:cNvSpPr>
            <a:spLocks noGrp="1"/>
          </p:cNvSpPr>
          <p:nvPr/>
        </p:nvSpPr>
        <p:spPr>
          <a:xfrm>
            <a:off x="421957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橢圓 12">
            <a:extLst>
              <a:ext uri="{FF2B5EF4-FFF2-40B4-BE49-F238E27FC236}">
                <a16:creationId xmlns:a16="http://schemas.microsoft.com/office/drawing/2014/main" id="{1C73295E-8506-4839-9616-EFC40138FCA3}"/>
              </a:ext>
            </a:extLst>
          </p:cNvPr>
          <p:cNvSpPr>
            <a:spLocks noGrp="1"/>
          </p:cNvSpPr>
          <p:nvPr/>
        </p:nvSpPr>
        <p:spPr>
          <a:xfrm>
            <a:off x="9001125" y="2933700"/>
            <a:ext cx="952500" cy="952500"/>
          </a:xfrm>
          <a:prstGeom prst="ellipse">
            <a:avLst/>
          </a:prstGeom>
          <a:solidFill>
            <a:srgbClr val="FF806E"/>
          </a:solidFill>
          <a:ln w="0">
            <a:noFill/>
            <a:prstDash val="solid"/>
          </a:ln>
        </p:spPr>
        <p:txBody>
          <a:bodyPr/>
          <a:lstStyle/>
          <a:p>
            <a:endParaRPr/>
          </a:p>
        </p:txBody>
      </p:sp>
      <p:sp>
        <p:nvSpPr>
          <p:cNvPr id="14" name="矩形 13">
            <a:extLst>
              <a:ext uri="{FF2B5EF4-FFF2-40B4-BE49-F238E27FC236}">
                <a16:creationId xmlns:a16="http://schemas.microsoft.com/office/drawing/2014/main" id="{0E08F3AD-AFAE-4F2C-8D4F-A1F0E0C8FF69}"/>
              </a:ext>
            </a:extLst>
          </p:cNvPr>
          <p:cNvSpPr>
            <a:spLocks noGrp="1"/>
          </p:cNvSpPr>
          <p:nvPr/>
        </p:nvSpPr>
        <p:spPr>
          <a:xfrm>
            <a:off x="909637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A9DC853-A771-4E67-A757-88FB64E6F9C8}"/>
              </a:ext>
            </a:extLst>
          </p:cNvPr>
          <p:cNvSpPr>
            <a:spLocks noGrp="1"/>
          </p:cNvSpPr>
          <p:nvPr/>
        </p:nvSpPr>
        <p:spPr>
          <a:xfrm>
            <a:off x="825817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矩形 15">
            <a:extLst>
              <a:ext uri="{FF2B5EF4-FFF2-40B4-BE49-F238E27FC236}">
                <a16:creationId xmlns:a16="http://schemas.microsoft.com/office/drawing/2014/main" id="{7CAF3035-CF86-40A0-9F21-A6751E93DCF7}"/>
              </a:ext>
            </a:extLst>
          </p:cNvPr>
          <p:cNvSpPr>
            <a:spLocks noGrp="1"/>
          </p:cNvSpPr>
          <p:nvPr/>
        </p:nvSpPr>
        <p:spPr>
          <a:xfrm>
            <a:off x="812482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矩形 16">
            <a:extLst>
              <a:ext uri="{FF2B5EF4-FFF2-40B4-BE49-F238E27FC236}">
                <a16:creationId xmlns:a16="http://schemas.microsoft.com/office/drawing/2014/main" id="{3022FB24-1884-42D2-96EE-CCF5601A4DC1}"/>
              </a:ext>
            </a:extLst>
          </p:cNvPr>
          <p:cNvSpPr>
            <a:spLocks noGrp="1"/>
          </p:cNvSpPr>
          <p:nvPr/>
        </p:nvSpPr>
        <p:spPr>
          <a:xfrm>
            <a:off x="695325" y="5695950"/>
            <a:ext cx="10668000" cy="533400"/>
          </a:xfrm>
          <a:prstGeom prst="rect">
            <a:avLst/>
          </a:prstGeom>
          <a:noFill/>
          <a:ln w="0">
            <a:noFill/>
            <a:prstDash val="solid"/>
          </a:ln>
        </p:spPr>
        <p:txBody>
          <a:bodyPr wrap="square" lIns="0" tIns="0" rIns="0" bIns="0" anchor="ctr">
            <a:normAutofit/>
          </a:bodyPr>
          <a:lstStyle>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矩形 17">
            <a:extLst>
              <a:ext uri="{FF2B5EF4-FFF2-40B4-BE49-F238E27FC236}">
                <a16:creationId xmlns:a16="http://schemas.microsoft.com/office/drawing/2014/main" id="{1278009C-283B-4EA7-B114-1D7D8AFEA297}"/>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矩形 18">
            <a:extLst>
              <a:ext uri="{FF2B5EF4-FFF2-40B4-BE49-F238E27FC236}">
                <a16:creationId xmlns:a16="http://schemas.microsoft.com/office/drawing/2014/main" id="{C2A3E42A-C81B-4B7B-A592-9A0639BDAB2A}"/>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06</a:t>
            </a:r>
          </a:p>
        </p:txBody>
      </p:sp>
    </p:spTree>
    <p:extLst>
      <p:ext uri="{BB962C8B-B14F-4D97-AF65-F5344CB8AC3E}">
        <p14:creationId xmlns:p14="http://schemas.microsoft.com/office/powerpoint/2010/main" val="123256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7AE8EEAF-7B3B-4044-AAC3-1D170645940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FBDFB7F3-B055-4031-9FD5-6F27B4E9DA91}"/>
              </a:ext>
            </a:extLst>
          </p:cNvPr>
          <p:cNvSpPr>
            <a:spLocks noGrp="1"/>
          </p:cNvSpPr>
          <p:nvPr/>
        </p:nvSpPr>
        <p:spPr>
          <a:xfrm>
            <a:off x="0" y="0"/>
            <a:ext cx="6953250" cy="6858000"/>
          </a:xfrm>
          <a:prstGeom prst="rect">
            <a:avLst/>
          </a:prstGeom>
          <a:solidFill>
            <a:srgbClr val="07192C">
              <a:alpha val="76863"/>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22D0720-FE33-406D-BD97-21BCA52AB46B}"/>
              </a:ext>
            </a:extLst>
          </p:cNvPr>
          <p:cNvSpPr>
            <a:spLocks noGrp="1"/>
          </p:cNvSpPr>
          <p:nvPr/>
        </p:nvSpPr>
        <p:spPr>
          <a:xfrm>
            <a:off x="657225" y="514350"/>
            <a:ext cx="5905500" cy="323850"/>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65CA2640-8FDC-4851-945E-3D2A0E6104BF}"/>
              </a:ext>
            </a:extLst>
          </p:cNvPr>
          <p:cNvSpPr>
            <a:spLocks noGrp="1"/>
          </p:cNvSpPr>
          <p:nvPr/>
        </p:nvSpPr>
        <p:spPr>
          <a:xfrm>
            <a:off x="666750" y="1562100"/>
            <a:ext cx="6581775" cy="1647825"/>
          </a:xfrm>
          <a:prstGeom prst="rect">
            <a:avLst/>
          </a:prstGeom>
          <a:noFill/>
          <a:ln w="0">
            <a:noFill/>
            <a:prstDash val="solid"/>
          </a:ln>
        </p:spPr>
        <p:txBody>
          <a:bodyPr wrap="square" lIns="0" tIns="0" rIns="0" bIns="0" anchor="ctr">
            <a:normAutofit/>
          </a:bodyPr>
          <a:lstStyle>
            <a:defPPr algn="l">
              <a:defRPr sz="4350" b="1">
                <a:solidFill>
                  <a:srgbClr val="F6FBFD"/>
                </a:solidFill>
                <a:latin typeface="Arial"/>
                <a:ea typeface="Arial"/>
                <a:cs typeface="Arial"/>
              </a:defRPr>
            </a:defPPr>
            <a:lvl1pPr algn="l">
              <a:defRPr sz="4350" b="1">
                <a:solidFill>
                  <a:srgbClr val="F6FBFD"/>
                </a:solidFill>
                <a:latin typeface="Arial"/>
                <a:ea typeface="Arial"/>
                <a:cs typeface="Arial"/>
              </a:defRPr>
            </a:lvl1pPr>
            <a:lvl2pPr algn="l">
              <a:defRPr sz="4350" b="1">
                <a:solidFill>
                  <a:srgbClr val="F6FBFD"/>
                </a:solidFill>
                <a:latin typeface="Arial"/>
                <a:ea typeface="Arial"/>
                <a:cs typeface="Arial"/>
              </a:defRPr>
            </a:lvl2pPr>
            <a:lvl3pPr algn="l">
              <a:defRPr sz="4350" b="1">
                <a:solidFill>
                  <a:srgbClr val="F6FBFD"/>
                </a:solidFill>
                <a:latin typeface="Arial"/>
                <a:ea typeface="Arial"/>
                <a:cs typeface="Arial"/>
              </a:defRPr>
            </a:lvl3pPr>
            <a:lvl4pPr algn="l">
              <a:defRPr sz="4350" b="1">
                <a:solidFill>
                  <a:srgbClr val="F6FBFD"/>
                </a:solidFill>
                <a:latin typeface="Arial"/>
                <a:ea typeface="Arial"/>
                <a:cs typeface="Arial"/>
              </a:defRPr>
            </a:lvl4pPr>
            <a:lvl5pPr algn="l">
              <a:defRPr sz="4350" b="1">
                <a:solidFill>
                  <a:srgbClr val="F6FBFD"/>
                </a:solidFill>
                <a:latin typeface="Arial"/>
                <a:ea typeface="Arial"/>
                <a:cs typeface="Arial"/>
              </a:defRPr>
            </a:lvl5pPr>
            <a:lvl6pPr algn="l">
              <a:defRPr sz="4350" b="1">
                <a:solidFill>
                  <a:srgbClr val="F6FBFD"/>
                </a:solidFill>
                <a:latin typeface="Arial"/>
                <a:ea typeface="Arial"/>
                <a:cs typeface="Arial"/>
              </a:defRPr>
            </a:lvl6pPr>
            <a:lvl7pPr algn="l">
              <a:defRPr sz="4350" b="1">
                <a:solidFill>
                  <a:srgbClr val="F6FBFD"/>
                </a:solidFill>
                <a:latin typeface="Arial"/>
                <a:ea typeface="Arial"/>
                <a:cs typeface="Arial"/>
              </a:defRPr>
            </a:lvl7pPr>
            <a:lvl8pPr algn="l">
              <a:defRPr sz="4350" b="1">
                <a:solidFill>
                  <a:srgbClr val="F6FBFD"/>
                </a:solidFill>
                <a:latin typeface="Arial"/>
                <a:ea typeface="Arial"/>
                <a:cs typeface="Arial"/>
              </a:defRPr>
            </a:lvl8pPr>
            <a:lvl9pPr algn="l">
              <a:defRPr sz="4350" b="1">
                <a:solidFill>
                  <a:srgbClr val="F6FBFD"/>
                </a:solidFill>
                <a:latin typeface="Arial"/>
                <a:ea typeface="Arial"/>
                <a:cs typeface="Arial"/>
              </a:defRPr>
            </a:lvl9pPr>
          </a:lstStyle>
          <a:p>
            <a:pPr algn="l">
              <a:defRPr sz="4350" b="1">
                <a:solidFill>
                  <a:srgbClr val="F6FBFD"/>
                </a:solidFill>
                <a:latin typeface="Arial"/>
                <a:ea typeface="Arial"/>
                <a:cs typeface="Arial"/>
              </a:defRPr>
            </a:pPr>
            <a:r>
              <a:rPr sz="4350" b="1">
                <a:solidFill>
                  <a:srgbClr val="F6FBFD"/>
                </a:solidFill>
                <a:latin typeface="Arial"/>
                <a:ea typeface="Arial"/>
                <a:cs typeface="Arial"/>
              </a:rPr>
              <a:t>Give us one corridor</a:t>
            </a:r>
          </a:p>
          <a:p>
            <a:pPr algn="l">
              <a:defRPr sz="4350" b="1">
                <a:solidFill>
                  <a:srgbClr val="F6FBFD"/>
                </a:solidFill>
                <a:latin typeface="Arial"/>
                <a:ea typeface="Arial"/>
                <a:cs typeface="Arial"/>
              </a:defRPr>
            </a:pPr>
            <a:r>
              <a:rPr sz="4350" b="1">
                <a:solidFill>
                  <a:srgbClr val="F6FBFD"/>
                </a:solidFill>
                <a:latin typeface="Arial"/>
                <a:ea typeface="Arial"/>
                <a:cs typeface="Arial"/>
              </a:rPr>
              <a:t>to test it</a:t>
            </a:r>
          </a:p>
        </p:txBody>
      </p:sp>
      <p:sp>
        <p:nvSpPr>
          <p:cNvPr id="5" name="矩形 4">
            <a:extLst>
              <a:ext uri="{FF2B5EF4-FFF2-40B4-BE49-F238E27FC236}">
                <a16:creationId xmlns:a16="http://schemas.microsoft.com/office/drawing/2014/main" id="{3B2235D7-E4FF-4A92-9A2A-C2803F588059}"/>
              </a:ext>
            </a:extLst>
          </p:cNvPr>
          <p:cNvSpPr>
            <a:spLocks noGrp="1"/>
          </p:cNvSpPr>
          <p:nvPr/>
        </p:nvSpPr>
        <p:spPr>
          <a:xfrm>
            <a:off x="666750" y="3524250"/>
            <a:ext cx="1095375" cy="57150"/>
          </a:xfrm>
          <a:prstGeom prst="rect">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98AD1D16-CCAD-47BC-903C-2A2CCDDC6C02}"/>
              </a:ext>
            </a:extLst>
          </p:cNvPr>
          <p:cNvSpPr>
            <a:spLocks noGrp="1"/>
          </p:cNvSpPr>
          <p:nvPr/>
        </p:nvSpPr>
        <p:spPr>
          <a:xfrm>
            <a:off x="676275" y="3933825"/>
            <a:ext cx="619125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Working AI Reader</a:t>
            </a:r>
          </a:p>
        </p:txBody>
      </p:sp>
      <p:sp>
        <p:nvSpPr>
          <p:cNvPr id="7" name="矩形 6">
            <a:extLst>
              <a:ext uri="{FF2B5EF4-FFF2-40B4-BE49-F238E27FC236}">
                <a16:creationId xmlns:a16="http://schemas.microsoft.com/office/drawing/2014/main" id="{58BF9B56-EDFA-4EF2-8B24-A787DDE853C8}"/>
              </a:ext>
            </a:extLst>
          </p:cNvPr>
          <p:cNvSpPr>
            <a:spLocks noGrp="1"/>
          </p:cNvSpPr>
          <p:nvPr/>
        </p:nvSpPr>
        <p:spPr>
          <a:xfrm>
            <a:off x="676275" y="4495800"/>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Modelled response options</a:t>
            </a:r>
          </a:p>
        </p:txBody>
      </p:sp>
      <p:sp>
        <p:nvSpPr>
          <p:cNvPr id="8" name="矩形 7">
            <a:extLst>
              <a:ext uri="{FF2B5EF4-FFF2-40B4-BE49-F238E27FC236}">
                <a16:creationId xmlns:a16="http://schemas.microsoft.com/office/drawing/2014/main" id="{8BADA2B2-E894-4F81-8D47-BA34596486EA}"/>
              </a:ext>
            </a:extLst>
          </p:cNvPr>
          <p:cNvSpPr>
            <a:spLocks noGrp="1"/>
          </p:cNvSpPr>
          <p:nvPr/>
        </p:nvSpPr>
        <p:spPr>
          <a:xfrm>
            <a:off x="676275" y="5057775"/>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Operator approval at the final step</a:t>
            </a:r>
          </a:p>
        </p:txBody>
      </p:sp>
      <p:sp>
        <p:nvSpPr>
          <p:cNvPr id="9" name="矩形 8">
            <a:extLst>
              <a:ext uri="{FF2B5EF4-FFF2-40B4-BE49-F238E27FC236}">
                <a16:creationId xmlns:a16="http://schemas.microsoft.com/office/drawing/2014/main" id="{1039288A-F5AB-4FE7-8F39-8DDFA83D7FF6}"/>
              </a:ext>
            </a:extLst>
          </p:cNvPr>
          <p:cNvSpPr>
            <a:spLocks noGrp="1"/>
          </p:cNvSpPr>
          <p:nvPr/>
        </p:nvSpPr>
        <p:spPr>
          <a:xfrm>
            <a:off x="676275" y="5991225"/>
            <a:ext cx="6477000" cy="333375"/>
          </a:xfrm>
          <a:prstGeom prst="rect">
            <a:avLst/>
          </a:prstGeom>
          <a:noFill/>
          <a:ln w="0">
            <a:noFill/>
            <a:prstDash val="solid"/>
          </a:ln>
        </p:spPr>
        <p:txBody>
          <a:bodyPr wrap="square" lIns="0" tIns="0" rIns="0" bIns="0" anchor="ctr">
            <a:normAutofit/>
          </a:bodyPr>
          <a:lstStyle>
            <a:defPPr algn="l">
              <a:defRPr sz="1575" b="0">
                <a:solidFill>
                  <a:srgbClr val="BFF8ED"/>
                </a:solidFill>
                <a:latin typeface="Arial"/>
                <a:ea typeface="Arial"/>
                <a:cs typeface="Arial"/>
              </a:defRPr>
            </a:defPPr>
            <a:lvl1pPr algn="l">
              <a:defRPr sz="1575" b="0">
                <a:solidFill>
                  <a:srgbClr val="BFF8ED"/>
                </a:solidFill>
                <a:latin typeface="Arial"/>
                <a:ea typeface="Arial"/>
                <a:cs typeface="Arial"/>
              </a:defRPr>
            </a:lvl1pPr>
            <a:lvl2pPr algn="l">
              <a:defRPr sz="1575" b="0">
                <a:solidFill>
                  <a:srgbClr val="BFF8ED"/>
                </a:solidFill>
                <a:latin typeface="Arial"/>
                <a:ea typeface="Arial"/>
                <a:cs typeface="Arial"/>
              </a:defRPr>
            </a:lvl2pPr>
            <a:lvl3pPr algn="l">
              <a:defRPr sz="1575" b="0">
                <a:solidFill>
                  <a:srgbClr val="BFF8ED"/>
                </a:solidFill>
                <a:latin typeface="Arial"/>
                <a:ea typeface="Arial"/>
                <a:cs typeface="Arial"/>
              </a:defRPr>
            </a:lvl3pPr>
            <a:lvl4pPr algn="l">
              <a:defRPr sz="1575" b="0">
                <a:solidFill>
                  <a:srgbClr val="BFF8ED"/>
                </a:solidFill>
                <a:latin typeface="Arial"/>
                <a:ea typeface="Arial"/>
                <a:cs typeface="Arial"/>
              </a:defRPr>
            </a:lvl4pPr>
            <a:lvl5pPr algn="l">
              <a:defRPr sz="1575" b="0">
                <a:solidFill>
                  <a:srgbClr val="BFF8ED"/>
                </a:solidFill>
                <a:latin typeface="Arial"/>
                <a:ea typeface="Arial"/>
                <a:cs typeface="Arial"/>
              </a:defRPr>
            </a:lvl5pPr>
            <a:lvl6pPr algn="l">
              <a:defRPr sz="1575" b="0">
                <a:solidFill>
                  <a:srgbClr val="BFF8ED"/>
                </a:solidFill>
                <a:latin typeface="Arial"/>
                <a:ea typeface="Arial"/>
                <a:cs typeface="Arial"/>
              </a:defRPr>
            </a:lvl6pPr>
            <a:lvl7pPr algn="l">
              <a:defRPr sz="1575" b="0">
                <a:solidFill>
                  <a:srgbClr val="BFF8ED"/>
                </a:solidFill>
                <a:latin typeface="Arial"/>
                <a:ea typeface="Arial"/>
                <a:cs typeface="Arial"/>
              </a:defRPr>
            </a:lvl7pPr>
            <a:lvl8pPr algn="l">
              <a:defRPr sz="1575" b="0">
                <a:solidFill>
                  <a:srgbClr val="BFF8ED"/>
                </a:solidFill>
                <a:latin typeface="Arial"/>
                <a:ea typeface="Arial"/>
                <a:cs typeface="Arial"/>
              </a:defRPr>
            </a:lvl8pPr>
            <a:lvl9pPr algn="l">
              <a:defRPr sz="1575" b="0">
                <a:solidFill>
                  <a:srgbClr val="BFF8ED"/>
                </a:solidFill>
                <a:latin typeface="Arial"/>
                <a:ea typeface="Arial"/>
                <a:cs typeface="Arial"/>
              </a:defRPr>
            </a:lvl9pPr>
          </a:lstStyle>
          <a:p>
            <a:pPr algn="l">
              <a:defRPr sz="1575" b="0">
                <a:solidFill>
                  <a:srgbClr val="BFF8ED"/>
                </a:solidFill>
                <a:latin typeface="Arial"/>
                <a:ea typeface="Arial"/>
                <a:cs typeface="Arial"/>
              </a:defRPr>
            </a:pPr>
            <a:r>
              <a:rPr sz="1575" b="0">
                <a:solidFill>
                  <a:srgbClr val="BFF8ED"/>
                </a:solidFill>
                <a:latin typeface="Arial"/>
                <a:ea typeface="Arial"/>
                <a:cs typeface="Arial"/>
              </a:rPr>
              <a:t>Help operators make the next move with evidence.</a:t>
            </a:r>
          </a:p>
        </p:txBody>
      </p:sp>
    </p:spTree>
    <p:extLst>
      <p:ext uri="{BB962C8B-B14F-4D97-AF65-F5344CB8AC3E}">
        <p14:creationId xmlns:p14="http://schemas.microsoft.com/office/powerpoint/2010/main" val="31007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5E7076-E1F3-45EF-A919-0F1EDD7242DE}"/>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A1</a:t>
            </a:r>
          </a:p>
        </p:txBody>
      </p:sp>
      <p:sp>
        <p:nvSpPr>
          <p:cNvPr id="2" name="矩形 1">
            <a:extLst>
              <a:ext uri="{FF2B5EF4-FFF2-40B4-BE49-F238E27FC236}">
                <a16:creationId xmlns:a16="http://schemas.microsoft.com/office/drawing/2014/main" id="{9FEEA14D-A2DB-48E8-B00A-BCA03209BC33}"/>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矩形 2">
            <a:extLst>
              <a:ext uri="{FF2B5EF4-FFF2-40B4-BE49-F238E27FC236}">
                <a16:creationId xmlns:a16="http://schemas.microsoft.com/office/drawing/2014/main" id="{2D8BE9ED-8BAD-4621-A425-939123836036}"/>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pic>
        <p:nvPicPr>
          <p:cNvPr id="4" name="圖片 3">
            <a:extLst>
              <a:ext uri="{FF2B5EF4-FFF2-40B4-BE49-F238E27FC236}">
                <a16:creationId xmlns:a16="http://schemas.microsoft.com/office/drawing/2014/main" id="{3AB39BC4-C3AF-46A8-B237-A1509812188F}"/>
              </a:ext>
            </a:extLst>
          </p:cNvPr>
          <p:cNvPicPr>
            <a:picLocks noChangeAspect="1"/>
          </p:cNvPicPr>
          <p:nvPr/>
        </p:nvPicPr>
        <p:blipFill>
          <a:blip r:embed="rId3"/>
          <a:srcRect l="21" r="21"/>
          <a:stretch>
            <a:fillRect/>
          </a:stretch>
        </p:blipFill>
        <p:spPr>
          <a:xfrm>
            <a:off x="514350" y="1971675"/>
            <a:ext cx="7667625" cy="4314825"/>
          </a:xfrm>
          <a:prstGeom prst="rect">
            <a:avLst/>
          </a:prstGeom>
        </p:spPr>
      </p:pic>
      <p:sp>
        <p:nvSpPr>
          <p:cNvPr id="5" name="圓角矩形 4">
            <a:extLst>
              <a:ext uri="{FF2B5EF4-FFF2-40B4-BE49-F238E27FC236}">
                <a16:creationId xmlns:a16="http://schemas.microsoft.com/office/drawing/2014/main" id="{05FECA14-F906-47C5-9ECA-6D1E630189AC}"/>
              </a:ext>
            </a:extLst>
          </p:cNvPr>
          <p:cNvSpPr>
            <a:spLocks noGrp="1"/>
          </p:cNvSpPr>
          <p:nvPr/>
        </p:nvSpPr>
        <p:spPr>
          <a:xfrm>
            <a:off x="8410575" y="2228850"/>
            <a:ext cx="3000375" cy="3190875"/>
          </a:xfrm>
          <a:prstGeom prst="roundRect">
            <a:avLst>
              <a:gd name="adj" fmla="val 5714"/>
            </a:avLst>
          </a:prstGeom>
          <a:solidFill>
            <a:srgbClr val="0B2740"/>
          </a:solidFill>
          <a:ln w="0">
            <a:noFill/>
            <a:prstDash val="solid"/>
          </a:ln>
        </p:spPr>
        <p:txBody>
          <a:bodyPr/>
          <a:lstStyle/>
          <a:p>
            <a:endParaRPr/>
          </a:p>
        </p:txBody>
      </p:sp>
      <p:sp>
        <p:nvSpPr>
          <p:cNvPr id="6" name="矩形 5">
            <a:extLst>
              <a:ext uri="{FF2B5EF4-FFF2-40B4-BE49-F238E27FC236}">
                <a16:creationId xmlns:a16="http://schemas.microsoft.com/office/drawing/2014/main" id="{0A323792-277C-4007-BC83-A7D4E113ECC6}"/>
              </a:ext>
            </a:extLst>
          </p:cNvPr>
          <p:cNvSpPr>
            <a:spLocks noGrp="1"/>
          </p:cNvSpPr>
          <p:nvPr/>
        </p:nvSpPr>
        <p:spPr>
          <a:xfrm>
            <a:off x="8667750" y="2657475"/>
            <a:ext cx="2476500" cy="895350"/>
          </a:xfrm>
          <a:prstGeom prst="rect">
            <a:avLst/>
          </a:prstGeom>
          <a:noFill/>
          <a:ln w="0">
            <a:noFill/>
            <a:prstDash val="solid"/>
          </a:ln>
        </p:spPr>
        <p:txBody>
          <a:bodyPr wrap="square" lIns="0" tIns="0" rIns="0" bIns="0" anchor="ctr">
            <a:normAutofit/>
          </a:bodyPr>
          <a:lstStyle>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矩形 6">
            <a:extLst>
              <a:ext uri="{FF2B5EF4-FFF2-40B4-BE49-F238E27FC236}">
                <a16:creationId xmlns:a16="http://schemas.microsoft.com/office/drawing/2014/main" id="{8326348A-7C1B-4440-AFE4-CBFA48FFB33C}"/>
              </a:ext>
            </a:extLst>
          </p:cNvPr>
          <p:cNvSpPr>
            <a:spLocks noGrp="1"/>
          </p:cNvSpPr>
          <p:nvPr/>
        </p:nvSpPr>
        <p:spPr>
          <a:xfrm>
            <a:off x="8686800" y="3790950"/>
            <a:ext cx="2476500" cy="723900"/>
          </a:xfrm>
          <a:prstGeom prst="rect">
            <a:avLst/>
          </a:prstGeom>
          <a:noFill/>
          <a:ln w="0">
            <a:noFill/>
            <a:prstDash val="solid"/>
          </a:ln>
        </p:spPr>
        <p:txBody>
          <a:bodyPr wrap="square" lIns="0" tIns="0" rIns="0" bIns="0" anchor="ctr">
            <a:normAutofit/>
          </a:bodyPr>
          <a:lstStyle>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矩形 7">
            <a:extLst>
              <a:ext uri="{FF2B5EF4-FFF2-40B4-BE49-F238E27FC236}">
                <a16:creationId xmlns:a16="http://schemas.microsoft.com/office/drawing/2014/main" id="{62860D94-74D3-47EA-B593-E6B5ECBDFB81}"/>
              </a:ext>
            </a:extLst>
          </p:cNvPr>
          <p:cNvSpPr>
            <a:spLocks noGrp="1"/>
          </p:cNvSpPr>
          <p:nvPr/>
        </p:nvSpPr>
        <p:spPr>
          <a:xfrm>
            <a:off x="8753475" y="4562475"/>
            <a:ext cx="2343150" cy="704850"/>
          </a:xfrm>
          <a:prstGeom prst="rect">
            <a:avLst/>
          </a:prstGeom>
          <a:noFill/>
          <a:ln w="0">
            <a:noFill/>
            <a:prstDash val="solid"/>
          </a:ln>
        </p:spPr>
        <p:txBody>
          <a:bodyPr wrap="square" lIns="0" tIns="0" rIns="0" bIns="0" anchor="ctr">
            <a:normAutofit/>
          </a:bodyPr>
          <a:lstStyle>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矩形 8">
            <a:extLst>
              <a:ext uri="{FF2B5EF4-FFF2-40B4-BE49-F238E27FC236}">
                <a16:creationId xmlns:a16="http://schemas.microsoft.com/office/drawing/2014/main" id="{8F880EFB-7337-41FC-8DA1-D8C1E4191EF2}"/>
              </a:ext>
            </a:extLst>
          </p:cNvPr>
          <p:cNvSpPr>
            <a:spLocks noGrp="1"/>
          </p:cNvSpPr>
          <p:nvPr/>
        </p:nvSpPr>
        <p:spPr>
          <a:xfrm>
            <a:off x="514350" y="1695450"/>
            <a:ext cx="7667625" cy="238125"/>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矩形 9">
            <a:extLst>
              <a:ext uri="{FF2B5EF4-FFF2-40B4-BE49-F238E27FC236}">
                <a16:creationId xmlns:a16="http://schemas.microsoft.com/office/drawing/2014/main" id="{EC4DDDDB-1FD0-41F1-9F10-5437EAFEE173}"/>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矩形 10">
            <a:extLst>
              <a:ext uri="{FF2B5EF4-FFF2-40B4-BE49-F238E27FC236}">
                <a16:creationId xmlns:a16="http://schemas.microsoft.com/office/drawing/2014/main" id="{13534745-61DE-4199-AB65-878B5CB8B26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A1</a:t>
            </a:r>
          </a:p>
        </p:txBody>
      </p:sp>
    </p:spTree>
    <p:extLst>
      <p:ext uri="{BB962C8B-B14F-4D97-AF65-F5344CB8AC3E}">
        <p14:creationId xmlns:p14="http://schemas.microsoft.com/office/powerpoint/2010/main" val="199543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71125A5-173F-4DFB-AD6F-A9CD40A63F97}"/>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1129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93EA053B-8642-4311-8082-128365CE4447}"/>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A3</a:t>
            </a:r>
          </a:p>
        </p:txBody>
      </p:sp>
      <p:sp>
        <p:nvSpPr>
          <p:cNvPr id="2" name="矩形 1">
            <a:extLst>
              <a:ext uri="{FF2B5EF4-FFF2-40B4-BE49-F238E27FC236}">
                <a16:creationId xmlns:a16="http://schemas.microsoft.com/office/drawing/2014/main" id="{C6985B71-B0EE-4785-87E0-6BDD6B1C28E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矩形 2">
            <a:extLst>
              <a:ext uri="{FF2B5EF4-FFF2-40B4-BE49-F238E27FC236}">
                <a16:creationId xmlns:a16="http://schemas.microsoft.com/office/drawing/2014/main" id="{EEF1A91A-6FDC-4E6D-B875-19BD61DC7180}"/>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矩形 3">
            <a:extLst>
              <a:ext uri="{FF2B5EF4-FFF2-40B4-BE49-F238E27FC236}">
                <a16:creationId xmlns:a16="http://schemas.microsoft.com/office/drawing/2014/main" id="{AF366F79-8A20-443F-8C40-F538D00A4C8D}"/>
              </a:ext>
            </a:extLst>
          </p:cNvPr>
          <p:cNvSpPr>
            <a:spLocks noGrp="1"/>
          </p:cNvSpPr>
          <p:nvPr/>
        </p:nvSpPr>
        <p:spPr>
          <a:xfrm>
            <a:off x="647700" y="1838325"/>
            <a:ext cx="7524750" cy="400050"/>
          </a:xfrm>
          <a:prstGeom prst="rect">
            <a:avLst/>
          </a:prstGeom>
          <a:noFill/>
          <a:ln w="0">
            <a:noFill/>
            <a:prstDash val="solid"/>
          </a:ln>
        </p:spPr>
        <p:txBody>
          <a:bodyPr wrap="square" lIns="0" tIns="0" rIns="0" bIns="0" anchor="ctr">
            <a:normAutofit/>
          </a:bodyPr>
          <a:lstStyle>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直線接點 4">
            <a:extLst>
              <a:ext uri="{FF2B5EF4-FFF2-40B4-BE49-F238E27FC236}">
                <a16:creationId xmlns:a16="http://schemas.microsoft.com/office/drawing/2014/main" id="{57AE6D5E-0178-4B25-8E1A-84C4F1BE4B17}"/>
              </a:ext>
            </a:extLst>
          </p:cNvPr>
          <p:cNvSpPr>
            <a:spLocks noGrp="1"/>
          </p:cNvSpPr>
          <p:nvPr/>
        </p:nvSpPr>
        <p:spPr>
          <a:xfrm>
            <a:off x="2190750" y="2533650"/>
            <a:ext cx="0" cy="2905125"/>
          </a:xfrm>
          <a:prstGeom prst="line">
            <a:avLst/>
          </a:prstGeom>
          <a:noFill/>
          <a:ln w="9525">
            <a:solidFill>
              <a:srgbClr val="DDE9ED"/>
            </a:solidFill>
            <a:prstDash val="solid"/>
          </a:ln>
        </p:spPr>
        <p:txBody>
          <a:bodyPr/>
          <a:lstStyle/>
          <a:p>
            <a:endParaRPr/>
          </a:p>
        </p:txBody>
      </p:sp>
      <p:sp>
        <p:nvSpPr>
          <p:cNvPr id="6" name="直線接點 5">
            <a:extLst>
              <a:ext uri="{FF2B5EF4-FFF2-40B4-BE49-F238E27FC236}">
                <a16:creationId xmlns:a16="http://schemas.microsoft.com/office/drawing/2014/main" id="{7F57494B-19A9-4BE0-94C8-997C4C0E9F47}"/>
              </a:ext>
            </a:extLst>
          </p:cNvPr>
          <p:cNvSpPr>
            <a:spLocks noGrp="1"/>
          </p:cNvSpPr>
          <p:nvPr/>
        </p:nvSpPr>
        <p:spPr>
          <a:xfrm>
            <a:off x="3333750" y="2533650"/>
            <a:ext cx="0" cy="2905125"/>
          </a:xfrm>
          <a:prstGeom prst="line">
            <a:avLst/>
          </a:prstGeom>
          <a:noFill/>
          <a:ln w="9525">
            <a:solidFill>
              <a:srgbClr val="DDE9ED"/>
            </a:solidFill>
            <a:prstDash val="solid"/>
          </a:ln>
        </p:spPr>
        <p:txBody>
          <a:bodyPr/>
          <a:lstStyle/>
          <a:p>
            <a:endParaRPr/>
          </a:p>
        </p:txBody>
      </p:sp>
      <p:sp>
        <p:nvSpPr>
          <p:cNvPr id="7" name="直線接點 6">
            <a:extLst>
              <a:ext uri="{FF2B5EF4-FFF2-40B4-BE49-F238E27FC236}">
                <a16:creationId xmlns:a16="http://schemas.microsoft.com/office/drawing/2014/main" id="{12B254D6-DC04-4F25-BB98-86A36E432591}"/>
              </a:ext>
            </a:extLst>
          </p:cNvPr>
          <p:cNvSpPr>
            <a:spLocks noGrp="1"/>
          </p:cNvSpPr>
          <p:nvPr/>
        </p:nvSpPr>
        <p:spPr>
          <a:xfrm>
            <a:off x="4476750" y="2533650"/>
            <a:ext cx="0" cy="2905125"/>
          </a:xfrm>
          <a:prstGeom prst="line">
            <a:avLst/>
          </a:prstGeom>
          <a:noFill/>
          <a:ln w="9525">
            <a:solidFill>
              <a:srgbClr val="DDE9ED"/>
            </a:solidFill>
            <a:prstDash val="solid"/>
          </a:ln>
        </p:spPr>
        <p:txBody>
          <a:bodyPr/>
          <a:lstStyle/>
          <a:p>
            <a:endParaRPr/>
          </a:p>
        </p:txBody>
      </p:sp>
      <p:sp>
        <p:nvSpPr>
          <p:cNvPr id="8" name="直線接點 7">
            <a:extLst>
              <a:ext uri="{FF2B5EF4-FFF2-40B4-BE49-F238E27FC236}">
                <a16:creationId xmlns:a16="http://schemas.microsoft.com/office/drawing/2014/main" id="{AD7D941C-0046-4CCE-B976-095E17E29555}"/>
              </a:ext>
            </a:extLst>
          </p:cNvPr>
          <p:cNvSpPr>
            <a:spLocks noGrp="1"/>
          </p:cNvSpPr>
          <p:nvPr/>
        </p:nvSpPr>
        <p:spPr>
          <a:xfrm>
            <a:off x="5619750" y="2533650"/>
            <a:ext cx="0" cy="2905125"/>
          </a:xfrm>
          <a:prstGeom prst="line">
            <a:avLst/>
          </a:prstGeom>
          <a:noFill/>
          <a:ln w="9525">
            <a:solidFill>
              <a:srgbClr val="DDE9ED"/>
            </a:solidFill>
            <a:prstDash val="solid"/>
          </a:ln>
        </p:spPr>
        <p:txBody>
          <a:bodyPr/>
          <a:lstStyle/>
          <a:p>
            <a:endParaRPr/>
          </a:p>
        </p:txBody>
      </p:sp>
      <p:sp>
        <p:nvSpPr>
          <p:cNvPr id="9" name="直線接點 8">
            <a:extLst>
              <a:ext uri="{FF2B5EF4-FFF2-40B4-BE49-F238E27FC236}">
                <a16:creationId xmlns:a16="http://schemas.microsoft.com/office/drawing/2014/main" id="{D2D952EA-A84B-41C4-BB84-4C45E291969E}"/>
              </a:ext>
            </a:extLst>
          </p:cNvPr>
          <p:cNvSpPr>
            <a:spLocks noGrp="1"/>
          </p:cNvSpPr>
          <p:nvPr/>
        </p:nvSpPr>
        <p:spPr>
          <a:xfrm>
            <a:off x="6762750" y="2533650"/>
            <a:ext cx="0" cy="2905125"/>
          </a:xfrm>
          <a:prstGeom prst="line">
            <a:avLst/>
          </a:prstGeom>
          <a:noFill/>
          <a:ln w="9525">
            <a:solidFill>
              <a:srgbClr val="DDE9ED"/>
            </a:solidFill>
            <a:prstDash val="solid"/>
          </a:ln>
        </p:spPr>
        <p:txBody>
          <a:bodyPr/>
          <a:lstStyle/>
          <a:p>
            <a:endParaRPr/>
          </a:p>
        </p:txBody>
      </p:sp>
      <p:sp>
        <p:nvSpPr>
          <p:cNvPr id="10" name="直線接點 9">
            <a:extLst>
              <a:ext uri="{FF2B5EF4-FFF2-40B4-BE49-F238E27FC236}">
                <a16:creationId xmlns:a16="http://schemas.microsoft.com/office/drawing/2014/main" id="{293CA8E5-C8F8-4DF4-992A-FDB5481B37D5}"/>
              </a:ext>
            </a:extLst>
          </p:cNvPr>
          <p:cNvSpPr>
            <a:spLocks noGrp="1"/>
          </p:cNvSpPr>
          <p:nvPr/>
        </p:nvSpPr>
        <p:spPr>
          <a:xfrm>
            <a:off x="7905750" y="2533650"/>
            <a:ext cx="0" cy="2905125"/>
          </a:xfrm>
          <a:prstGeom prst="line">
            <a:avLst/>
          </a:prstGeom>
          <a:noFill/>
          <a:ln w="9525">
            <a:solidFill>
              <a:srgbClr val="DDE9ED"/>
            </a:solidFill>
            <a:prstDash val="solid"/>
          </a:ln>
        </p:spPr>
        <p:txBody>
          <a:bodyPr/>
          <a:lstStyle/>
          <a:p>
            <a:endParaRPr/>
          </a:p>
        </p:txBody>
      </p:sp>
      <p:sp>
        <p:nvSpPr>
          <p:cNvPr id="11" name="直線接點 10">
            <a:extLst>
              <a:ext uri="{FF2B5EF4-FFF2-40B4-BE49-F238E27FC236}">
                <a16:creationId xmlns:a16="http://schemas.microsoft.com/office/drawing/2014/main" id="{7FB0883B-7FB4-40BA-BC54-DEEB1E250B13}"/>
              </a:ext>
            </a:extLst>
          </p:cNvPr>
          <p:cNvSpPr>
            <a:spLocks noGrp="1"/>
          </p:cNvSpPr>
          <p:nvPr/>
        </p:nvSpPr>
        <p:spPr>
          <a:xfrm>
            <a:off x="3333750" y="2533650"/>
            <a:ext cx="0" cy="2905125"/>
          </a:xfrm>
          <a:prstGeom prst="line">
            <a:avLst/>
          </a:prstGeom>
          <a:noFill/>
          <a:ln w="19050">
            <a:solidFill>
              <a:srgbClr val="9AB3BF"/>
            </a:solidFill>
            <a:prstDash val="solid"/>
          </a:ln>
        </p:spPr>
        <p:txBody>
          <a:bodyPr/>
          <a:lstStyle/>
          <a:p>
            <a:endParaRPr/>
          </a:p>
        </p:txBody>
      </p:sp>
      <p:sp>
        <p:nvSpPr>
          <p:cNvPr id="12" name="矩形 11">
            <a:extLst>
              <a:ext uri="{FF2B5EF4-FFF2-40B4-BE49-F238E27FC236}">
                <a16:creationId xmlns:a16="http://schemas.microsoft.com/office/drawing/2014/main" id="{53C85DE0-C42A-400F-9277-CA510A65E033}"/>
              </a:ext>
            </a:extLst>
          </p:cNvPr>
          <p:cNvSpPr>
            <a:spLocks noGrp="1"/>
          </p:cNvSpPr>
          <p:nvPr/>
        </p:nvSpPr>
        <p:spPr>
          <a:xfrm>
            <a:off x="647700" y="28384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矩形 12">
            <a:extLst>
              <a:ext uri="{FF2B5EF4-FFF2-40B4-BE49-F238E27FC236}">
                <a16:creationId xmlns:a16="http://schemas.microsoft.com/office/drawing/2014/main" id="{5FFDC011-3590-4AEE-B25F-02E63A03EFDB}"/>
              </a:ext>
            </a:extLst>
          </p:cNvPr>
          <p:cNvSpPr>
            <a:spLocks noGrp="1"/>
          </p:cNvSpPr>
          <p:nvPr/>
        </p:nvSpPr>
        <p:spPr>
          <a:xfrm>
            <a:off x="647700" y="38290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矩形 13">
            <a:extLst>
              <a:ext uri="{FF2B5EF4-FFF2-40B4-BE49-F238E27FC236}">
                <a16:creationId xmlns:a16="http://schemas.microsoft.com/office/drawing/2014/main" id="{3D7FEA00-5298-4A20-AEDA-5FE90817F5A0}"/>
              </a:ext>
            </a:extLst>
          </p:cNvPr>
          <p:cNvSpPr>
            <a:spLocks noGrp="1"/>
          </p:cNvSpPr>
          <p:nvPr/>
        </p:nvSpPr>
        <p:spPr>
          <a:xfrm>
            <a:off x="647700" y="48196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圓角矩形 14">
            <a:extLst>
              <a:ext uri="{FF2B5EF4-FFF2-40B4-BE49-F238E27FC236}">
                <a16:creationId xmlns:a16="http://schemas.microsoft.com/office/drawing/2014/main" id="{44EC0932-2CA1-4A87-9A31-1C1CADC6834F}"/>
              </a:ext>
            </a:extLst>
          </p:cNvPr>
          <p:cNvSpPr>
            <a:spLocks noGrp="1"/>
          </p:cNvSpPr>
          <p:nvPr/>
        </p:nvSpPr>
        <p:spPr>
          <a:xfrm>
            <a:off x="3333750" y="2790825"/>
            <a:ext cx="4267200" cy="504825"/>
          </a:xfrm>
          <a:prstGeom prst="roundRect">
            <a:avLst>
              <a:gd name="adj" fmla="val 5660"/>
            </a:avLst>
          </a:prstGeom>
          <a:solidFill>
            <a:srgbClr val="FF806E"/>
          </a:solidFill>
          <a:ln w="0">
            <a:noFill/>
            <a:prstDash val="solid"/>
          </a:ln>
        </p:spPr>
        <p:txBody>
          <a:bodyPr/>
          <a:lstStyle/>
          <a:p>
            <a:endParaRPr/>
          </a:p>
        </p:txBody>
      </p:sp>
      <p:sp>
        <p:nvSpPr>
          <p:cNvPr id="16" name="矩形 15">
            <a:extLst>
              <a:ext uri="{FF2B5EF4-FFF2-40B4-BE49-F238E27FC236}">
                <a16:creationId xmlns:a16="http://schemas.microsoft.com/office/drawing/2014/main" id="{5622073D-F7B3-4DCA-A87E-BC053AF322A9}"/>
              </a:ext>
            </a:extLst>
          </p:cNvPr>
          <p:cNvSpPr>
            <a:spLocks noGrp="1"/>
          </p:cNvSpPr>
          <p:nvPr/>
        </p:nvSpPr>
        <p:spPr>
          <a:xfrm>
            <a:off x="7639050" y="2838450"/>
            <a:ext cx="80010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橢圓 16">
            <a:extLst>
              <a:ext uri="{FF2B5EF4-FFF2-40B4-BE49-F238E27FC236}">
                <a16:creationId xmlns:a16="http://schemas.microsoft.com/office/drawing/2014/main" id="{538AA9FF-F8D2-4FAE-BCB2-40487194A5B1}"/>
              </a:ext>
            </a:extLst>
          </p:cNvPr>
          <p:cNvSpPr>
            <a:spLocks noGrp="1"/>
          </p:cNvSpPr>
          <p:nvPr/>
        </p:nvSpPr>
        <p:spPr>
          <a:xfrm>
            <a:off x="3267075" y="3943350"/>
            <a:ext cx="133350" cy="133350"/>
          </a:xfrm>
          <a:prstGeom prst="ellipse">
            <a:avLst/>
          </a:prstGeom>
          <a:solidFill>
            <a:srgbClr val="668095"/>
          </a:solidFill>
          <a:ln w="0">
            <a:noFill/>
            <a:prstDash val="solid"/>
          </a:ln>
        </p:spPr>
        <p:txBody>
          <a:bodyPr/>
          <a:lstStyle/>
          <a:p>
            <a:endParaRPr/>
          </a:p>
        </p:txBody>
      </p:sp>
      <p:sp>
        <p:nvSpPr>
          <p:cNvPr id="18" name="矩形 17">
            <a:extLst>
              <a:ext uri="{FF2B5EF4-FFF2-40B4-BE49-F238E27FC236}">
                <a16:creationId xmlns:a16="http://schemas.microsoft.com/office/drawing/2014/main" id="{8F35B9C8-602E-4E5B-92F6-0D14996F5F76}"/>
              </a:ext>
            </a:extLst>
          </p:cNvPr>
          <p:cNvSpPr>
            <a:spLocks noGrp="1"/>
          </p:cNvSpPr>
          <p:nvPr/>
        </p:nvSpPr>
        <p:spPr>
          <a:xfrm>
            <a:off x="3476625" y="3829050"/>
            <a:ext cx="66675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圓角矩形 18">
            <a:extLst>
              <a:ext uri="{FF2B5EF4-FFF2-40B4-BE49-F238E27FC236}">
                <a16:creationId xmlns:a16="http://schemas.microsoft.com/office/drawing/2014/main" id="{38550CD8-BFF7-406A-B811-035B096572EE}"/>
              </a:ext>
            </a:extLst>
          </p:cNvPr>
          <p:cNvSpPr>
            <a:spLocks noGrp="1"/>
          </p:cNvSpPr>
          <p:nvPr/>
        </p:nvSpPr>
        <p:spPr>
          <a:xfrm>
            <a:off x="2838450" y="4772025"/>
            <a:ext cx="495300" cy="504825"/>
          </a:xfrm>
          <a:prstGeom prst="roundRect">
            <a:avLst>
              <a:gd name="adj" fmla="val 5769"/>
            </a:avLst>
          </a:prstGeom>
          <a:solidFill>
            <a:srgbClr val="25D6BE"/>
          </a:solidFill>
          <a:ln w="0">
            <a:noFill/>
            <a:prstDash val="solid"/>
          </a:ln>
        </p:spPr>
        <p:txBody>
          <a:bodyPr/>
          <a:lstStyle/>
          <a:p>
            <a:endParaRPr/>
          </a:p>
        </p:txBody>
      </p:sp>
      <p:sp>
        <p:nvSpPr>
          <p:cNvPr id="20" name="矩形 19">
            <a:extLst>
              <a:ext uri="{FF2B5EF4-FFF2-40B4-BE49-F238E27FC236}">
                <a16:creationId xmlns:a16="http://schemas.microsoft.com/office/drawing/2014/main" id="{94476516-EB80-4E17-8F5B-45ECAFCE72D8}"/>
              </a:ext>
            </a:extLst>
          </p:cNvPr>
          <p:cNvSpPr>
            <a:spLocks noGrp="1"/>
          </p:cNvSpPr>
          <p:nvPr/>
        </p:nvSpPr>
        <p:spPr>
          <a:xfrm>
            <a:off x="2847975" y="4838700"/>
            <a:ext cx="476250" cy="381000"/>
          </a:xfrm>
          <a:prstGeom prst="rect">
            <a:avLst/>
          </a:prstGeom>
          <a:noFill/>
          <a:ln w="0">
            <a:noFill/>
            <a:prstDash val="solid"/>
          </a:ln>
        </p:spPr>
        <p:txBody>
          <a:bodyPr wrap="square" lIns="0" tIns="0" rIns="0" bIns="0" anchor="ctr">
            <a:normAutofit/>
          </a:bodyPr>
          <a:lstStyle>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矩形 20">
            <a:extLst>
              <a:ext uri="{FF2B5EF4-FFF2-40B4-BE49-F238E27FC236}">
                <a16:creationId xmlns:a16="http://schemas.microsoft.com/office/drawing/2014/main" id="{0525ACD2-A636-4042-A85F-9390177BA671}"/>
              </a:ext>
            </a:extLst>
          </p:cNvPr>
          <p:cNvSpPr>
            <a:spLocks noGrp="1"/>
          </p:cNvSpPr>
          <p:nvPr/>
        </p:nvSpPr>
        <p:spPr>
          <a:xfrm>
            <a:off x="1857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矩形 21">
            <a:extLst>
              <a:ext uri="{FF2B5EF4-FFF2-40B4-BE49-F238E27FC236}">
                <a16:creationId xmlns:a16="http://schemas.microsoft.com/office/drawing/2014/main" id="{114DD7A8-2D2A-441D-8697-C5ECDEB02B96}"/>
              </a:ext>
            </a:extLst>
          </p:cNvPr>
          <p:cNvSpPr>
            <a:spLocks noGrp="1"/>
          </p:cNvSpPr>
          <p:nvPr/>
        </p:nvSpPr>
        <p:spPr>
          <a:xfrm>
            <a:off x="3000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矩形 22">
            <a:extLst>
              <a:ext uri="{FF2B5EF4-FFF2-40B4-BE49-F238E27FC236}">
                <a16:creationId xmlns:a16="http://schemas.microsoft.com/office/drawing/2014/main" id="{CE075EB4-27E7-4206-A07B-3A7C2B2346D8}"/>
              </a:ext>
            </a:extLst>
          </p:cNvPr>
          <p:cNvSpPr>
            <a:spLocks noGrp="1"/>
          </p:cNvSpPr>
          <p:nvPr/>
        </p:nvSpPr>
        <p:spPr>
          <a:xfrm>
            <a:off x="4143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矩形 23">
            <a:extLst>
              <a:ext uri="{FF2B5EF4-FFF2-40B4-BE49-F238E27FC236}">
                <a16:creationId xmlns:a16="http://schemas.microsoft.com/office/drawing/2014/main" id="{EA62E235-AC73-4793-A93A-83FA9CED83ED}"/>
              </a:ext>
            </a:extLst>
          </p:cNvPr>
          <p:cNvSpPr>
            <a:spLocks noGrp="1"/>
          </p:cNvSpPr>
          <p:nvPr/>
        </p:nvSpPr>
        <p:spPr>
          <a:xfrm>
            <a:off x="5286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矩形 24">
            <a:extLst>
              <a:ext uri="{FF2B5EF4-FFF2-40B4-BE49-F238E27FC236}">
                <a16:creationId xmlns:a16="http://schemas.microsoft.com/office/drawing/2014/main" id="{3F3D323C-F6F0-4C9D-B4F3-B24897335813}"/>
              </a:ext>
            </a:extLst>
          </p:cNvPr>
          <p:cNvSpPr>
            <a:spLocks noGrp="1"/>
          </p:cNvSpPr>
          <p:nvPr/>
        </p:nvSpPr>
        <p:spPr>
          <a:xfrm>
            <a:off x="6429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矩形 25">
            <a:extLst>
              <a:ext uri="{FF2B5EF4-FFF2-40B4-BE49-F238E27FC236}">
                <a16:creationId xmlns:a16="http://schemas.microsoft.com/office/drawing/2014/main" id="{0FCCED58-2D56-4E30-87F5-DB87DAB1988D}"/>
              </a:ext>
            </a:extLst>
          </p:cNvPr>
          <p:cNvSpPr>
            <a:spLocks noGrp="1"/>
          </p:cNvSpPr>
          <p:nvPr/>
        </p:nvSpPr>
        <p:spPr>
          <a:xfrm>
            <a:off x="7572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矩形 26">
            <a:extLst>
              <a:ext uri="{FF2B5EF4-FFF2-40B4-BE49-F238E27FC236}">
                <a16:creationId xmlns:a16="http://schemas.microsoft.com/office/drawing/2014/main" id="{28973BBA-0A70-4894-9733-729B9A8766B3}"/>
              </a:ext>
            </a:extLst>
          </p:cNvPr>
          <p:cNvSpPr>
            <a:spLocks noGrp="1"/>
          </p:cNvSpPr>
          <p:nvPr/>
        </p:nvSpPr>
        <p:spPr>
          <a:xfrm>
            <a:off x="8458200" y="2114550"/>
            <a:ext cx="19050" cy="3514725"/>
          </a:xfrm>
          <a:prstGeom prst="rect">
            <a:avLst/>
          </a:prstGeom>
          <a:solidFill>
            <a:srgbClr val="D8E5EA"/>
          </a:solidFill>
          <a:ln w="0">
            <a:noFill/>
            <a:prstDash val="solid"/>
          </a:ln>
        </p:spPr>
        <p:txBody>
          <a:bodyPr/>
          <a:lstStyle/>
          <a:p>
            <a:endParaRPr/>
          </a:p>
        </p:txBody>
      </p:sp>
      <p:sp>
        <p:nvSpPr>
          <p:cNvPr id="28" name="矩形 27">
            <a:extLst>
              <a:ext uri="{FF2B5EF4-FFF2-40B4-BE49-F238E27FC236}">
                <a16:creationId xmlns:a16="http://schemas.microsoft.com/office/drawing/2014/main" id="{6E7DA1B4-2ADC-4E69-87F9-F25E4952FA63}"/>
              </a:ext>
            </a:extLst>
          </p:cNvPr>
          <p:cNvSpPr>
            <a:spLocks noGrp="1"/>
          </p:cNvSpPr>
          <p:nvPr/>
        </p:nvSpPr>
        <p:spPr>
          <a:xfrm>
            <a:off x="8839200" y="2257425"/>
            <a:ext cx="2571750" cy="32385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矩形 28">
            <a:extLst>
              <a:ext uri="{FF2B5EF4-FFF2-40B4-BE49-F238E27FC236}">
                <a16:creationId xmlns:a16="http://schemas.microsoft.com/office/drawing/2014/main" id="{656259EC-5A45-46B5-BB34-6CECC484AB43}"/>
              </a:ext>
            </a:extLst>
          </p:cNvPr>
          <p:cNvSpPr>
            <a:spLocks noGrp="1"/>
          </p:cNvSpPr>
          <p:nvPr/>
        </p:nvSpPr>
        <p:spPr>
          <a:xfrm>
            <a:off x="8782050" y="2657475"/>
            <a:ext cx="2647950" cy="1009650"/>
          </a:xfrm>
          <a:prstGeom prst="rect">
            <a:avLst/>
          </a:prstGeom>
          <a:noFill/>
          <a:ln w="0">
            <a:noFill/>
            <a:prstDash val="solid"/>
          </a:ln>
        </p:spPr>
        <p:txBody>
          <a:bodyPr wrap="square" lIns="0" tIns="0" rIns="0" bIns="0" anchor="ctr">
            <a:normAutofit/>
          </a:bodyPr>
          <a:lstStyle>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矩形 29">
            <a:extLst>
              <a:ext uri="{FF2B5EF4-FFF2-40B4-BE49-F238E27FC236}">
                <a16:creationId xmlns:a16="http://schemas.microsoft.com/office/drawing/2014/main" id="{1A314DCE-E223-4600-A856-0D6BEEB86C65}"/>
              </a:ext>
            </a:extLst>
          </p:cNvPr>
          <p:cNvSpPr>
            <a:spLocks noGrp="1"/>
          </p:cNvSpPr>
          <p:nvPr/>
        </p:nvSpPr>
        <p:spPr>
          <a:xfrm>
            <a:off x="8839200" y="3676650"/>
            <a:ext cx="2647950" cy="6762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矩形 30">
            <a:extLst>
              <a:ext uri="{FF2B5EF4-FFF2-40B4-BE49-F238E27FC236}">
                <a16:creationId xmlns:a16="http://schemas.microsoft.com/office/drawing/2014/main" id="{FEF7ABFE-8946-4EFD-8B63-22EE33872996}"/>
              </a:ext>
            </a:extLst>
          </p:cNvPr>
          <p:cNvSpPr>
            <a:spLocks noGrp="1"/>
          </p:cNvSpPr>
          <p:nvPr/>
        </p:nvSpPr>
        <p:spPr>
          <a:xfrm>
            <a:off x="8782050" y="4486275"/>
            <a:ext cx="2647950" cy="723900"/>
          </a:xfrm>
          <a:prstGeom prst="rect">
            <a:avLst/>
          </a:prstGeom>
          <a:noFill/>
          <a:ln w="0">
            <a:noFill/>
            <a:prstDash val="solid"/>
          </a:ln>
        </p:spPr>
        <p:txBody>
          <a:bodyPr wrap="square" lIns="0" tIns="0" rIns="0" bIns="0" anchor="ctr">
            <a:normAutofit/>
          </a:bodyPr>
          <a:lstStyle>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矩形 31">
            <a:extLst>
              <a:ext uri="{FF2B5EF4-FFF2-40B4-BE49-F238E27FC236}">
                <a16:creationId xmlns:a16="http://schemas.microsoft.com/office/drawing/2014/main" id="{E6275DD6-908C-419C-B8E2-B7E7CB079A79}"/>
              </a:ext>
            </a:extLst>
          </p:cNvPr>
          <p:cNvSpPr>
            <a:spLocks noGrp="1"/>
          </p:cNvSpPr>
          <p:nvPr/>
        </p:nvSpPr>
        <p:spPr>
          <a:xfrm>
            <a:off x="8839200" y="5210175"/>
            <a:ext cx="2667000" cy="4095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矩形 32">
            <a:extLst>
              <a:ext uri="{FF2B5EF4-FFF2-40B4-BE49-F238E27FC236}">
                <a16:creationId xmlns:a16="http://schemas.microsoft.com/office/drawing/2014/main" id="{0C00FBA9-3B33-4390-9F4C-4873757831C0}"/>
              </a:ext>
            </a:extLst>
          </p:cNvPr>
          <p:cNvSpPr>
            <a:spLocks noGrp="1"/>
          </p:cNvSpPr>
          <p:nvPr/>
        </p:nvSpPr>
        <p:spPr>
          <a:xfrm>
            <a:off x="638175" y="5972175"/>
            <a:ext cx="10953750" cy="333375"/>
          </a:xfrm>
          <a:prstGeom prst="rect">
            <a:avLst/>
          </a:prstGeom>
          <a:noFill/>
          <a:ln w="0">
            <a:noFill/>
            <a:prstDash val="solid"/>
          </a:ln>
        </p:spPr>
        <p:txBody>
          <a:bodyPr wrap="square" lIns="0" tIns="0" rIns="0" bIns="0" anchor="ctr">
            <a:normAutofit/>
          </a:bodyPr>
          <a:lstStyle>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矩形 33">
            <a:extLst>
              <a:ext uri="{FF2B5EF4-FFF2-40B4-BE49-F238E27FC236}">
                <a16:creationId xmlns:a16="http://schemas.microsoft.com/office/drawing/2014/main" id="{D49E8A7D-4184-4936-B987-695027F73E64}"/>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矩形 34">
            <a:extLst>
              <a:ext uri="{FF2B5EF4-FFF2-40B4-BE49-F238E27FC236}">
                <a16:creationId xmlns:a16="http://schemas.microsoft.com/office/drawing/2014/main" id="{0E3FCB5A-74E3-4EB3-A5E7-693E6A6E66C8}"/>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A3</a:t>
            </a:r>
          </a:p>
        </p:txBody>
      </p:sp>
    </p:spTree>
    <p:extLst>
      <p:ext uri="{BB962C8B-B14F-4D97-AF65-F5344CB8AC3E}">
        <p14:creationId xmlns:p14="http://schemas.microsoft.com/office/powerpoint/2010/main" val="184316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1520</Words>
  <Application>Microsoft Macintosh PowerPoint</Application>
  <DocSecurity>0</DocSecurity>
  <PresentationFormat>寬螢幕</PresentationFormat>
  <Paragraphs>133</Paragraphs>
  <Slides>10</Slides>
  <Notes>10</Notes>
  <HiddenSlides>0</HiddenSlides>
  <MMClips>1</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10</vt:i4>
      </vt:variant>
    </vt:vector>
  </HeadingPairs>
  <TitlesOfParts>
    <vt:vector size="13" baseType="lpstr">
      <vt:lpstr>Aptos</vt:lpstr>
      <vt:lpstr>Arial</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Dave Lo</cp:lastModifiedBy>
  <cp:revision>2</cp:revision>
  <dcterms:created xsi:type="dcterms:W3CDTF">2026-10-17T11:17:05Z</dcterms:created>
  <dcterms:modified xsi:type="dcterms:W3CDTF">2026-10-18T02:17:32Z</dcterms:modified>
</cp:coreProperties>
</file>