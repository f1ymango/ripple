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narrated 90-second prototype walkthrough starts automatically on this slide. Aberdeen shows archived playback and a saved no-recommendation diagnostic; Tuen Mun shows a labelled modelled P2 comparison. The frozen results are unchanged. Video source: docs/video/ripple-two-case-website-demo-2026-10-18-v15-narrated.mp4 and adjacent .</a:t>
            </a:r>
            <a:r>
              <a:rPr dirty="0" err="1"/>
              <a:t>sources.json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case: this replay samples eight archived TD five-minute detector windows from 17:00 through 20:25 on 15 April 2026. The basemap is CARTo/OpenStreetMap. The 27 detector dots show observed readings at each selected time. The magenta Castle Peak Road P2 route and modeled crash location come from the saved simulated scenario; they are not observed vehicle trajectories or live control advice. The matching scenario and network hashes are checked by the console. The animated rail shows observed mean speed and counts at each sampled bin; these are not outcomes of P2. The final beat previews P2's 4.31% lower mean simulated total delay than P0 across 18 paired conditions. Slide 10 expands the frozen comparison.</a:t>
            </a:r>
          </a:p>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Narrated two-case detector and route demo · Aberdeen holds · Tuen Mun ranks a modelled candidate</a:t>
            </a:r>
          </a:p>
        </p:txBody>
      </p:sp>
      <p:pic>
        <p:nvPicPr>
          <p:cNvPr id="4" name="ripple-two-case-website-demo-2026-10-18-v17-detectors-narrate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