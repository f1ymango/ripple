
<file path=[Content_Types].xml><?xml version="1.0" encoding="utf-8"?>
<Types xmlns="http://schemas.openxmlformats.org/package/2006/content-types">
  <Default Extension="gif" ContentType="image/gif"/>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5" r:id="rId6"/>
    <p:sldId id="263" r:id="rId7"/>
    <p:sldId id="264" r:id="rId8"/>
    <p:sldId id="260" r:id="rId9"/>
    <p:sldId id="261" r:id="rId10"/>
    <p:sldId id="262"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90"/>
  </p:normalViewPr>
  <p:slideViewPr>
    <p:cSldViewPr snapToGrid="0">
      <p:cViewPr>
        <p:scale>
          <a:sx n="130" d="100"/>
          <a:sy n="130" d="100"/>
        </p:scale>
        <p:origin x="-1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crash. Two possible detours. Which one actually helps the corridor? Traffic operators face that network decision under pressure. Ripple helps them test response options before advice reaches drivers. We combine a language model that understands incident reports with a road-network simulator that measures what each response could do. The operator makes the final call.</a:t>
            </a:r>
          </a:p>
          <a:p>
            <a:endParaRPr/>
          </a:p>
          <a:p>
            <a:r>
              <a:t>Sources and presenter context: Cover roles are placeholders until the team supplies full names and universities. Track 1 wording: Hack4SDG 2026 final submission page. Artwork is conceptual, not traffic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navigation app optimizes one trip. An operator has to protect the corridor. Sending every driver to the same alternative can simply move the jam. Today, the hard part is comparing the consequences quickly enough to support a clear, defensible message. That is the decision Ripple is built around.</a:t>
            </a:r>
          </a:p>
          <a:p>
            <a:endParaRPr/>
          </a:p>
          <a:p>
            <a:r>
              <a:t>Sources and presenter context: Conceptual editable diagram, not a geographic network or measured flow. Product scope: docs/00-brief.md.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Ripple begins with the Transport Department's bilingual incident notice. A local Qwen3:8b Reader turns the notice into structured incident fields. A second AI stage proposes an action. We compare it with fixed no-advice and broad-advice baselines, while deterministic checks constrain routes and capacity. Then we run seeded SUMO scenarios and compare modelled corridor delay. The console shows a ranking when the evidence separates the options, or holds a recommendation when it does not. The language model never calculates the traffic metric. The simulator does, and a human operator approves what happens next.</a:t>
            </a:r>
          </a:p>
          <a:p>
            <a:endParaRPr/>
          </a:p>
          <a:p>
            <a:r>
              <a:t>Sources and presenter context: Product contracts: docs/03-architecture.md. Metrics are simulator outputs stored under results/. The diagram describes the prototype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working Reader, not a concept mockup. In one archived Aberdeen notice, the source says only that “part of the lanes” are closed. The saved Qwen3:8b extraction identifies the road, direction, and incident type, while leaving the lane count unspecified. That structured output feeds the response workflow. We retain the source notice and the recorded model call so an operator can inspect what the AI used.</a:t>
            </a:r>
          </a:p>
          <a:p>
            <a:endParaRPr/>
          </a:p>
          <a:p>
            <a:r>
              <a:t>Sources and presenter context: Screenshot copied from Visuals unmerged branch origin/visuals/console-demo-oct13:docs/img/console-reader-2026-10-13.png. Underlying recorded inference: evidence/demo/recorded-genai-bd-2026-10-13.html. Not a live model call.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Click the embedded video to play the captioned, silent 90-second prototype walkthrough. Aberdeen shows archived playback and a saved no-recommendation diagnostic; Tuen Mun shows a labelled modelled P2 comparison. The frozen results are unchanged. Video source: docs/video/ripple-two-case-website-demo-2026-10-18-v12.mp4 and adjacent .</a:t>
            </a:r>
            <a:r>
              <a:rPr dirty="0" err="1"/>
              <a:t>sources.json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next step is one corridor, with an operator partner. First, run Ripple in shadow mode beside existing practice. Then improve the queue fit, confirm acceptable diversion routes, and test the console with operators. In a supervised pilot, measure observed delay, spillover, emergency travel time, and decision quality. Local Qwen3:8b, open aggregate Transport Department data, seeded SUMO runs, and a Streamlit console give us a practical starting point for that trial.</a:t>
            </a:r>
          </a:p>
          <a:p>
            <a:endParaRPr/>
          </a:p>
          <a:p>
            <a:r>
              <a:t>Sources and presenter context: Proposed next steps, not completed deployment or a claim of measured benefit. Product scope: docs/00-brief.md.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Ripple turns a messy incident bulletin into response options an operator can test. We have a working AI Reader, an operator console, and two archived cases showing when to hold and when targeted advice leads in the model. Give us one corridor to prove the next step.</a:t>
            </a:r>
          </a:p>
          <a:p>
            <a:endParaRPr/>
          </a:p>
          <a:p>
            <a:r>
              <a:t>Sources and presenter context: Closing ask is a proposed one-corridor shadow trial and supervised pilot. Artwork is conceptual.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 over playback. Here is the Aberdeen corridor on 15 May. The playback follows archived detector bins and published incident messages. It shows the operator what was observed and when the reports appeared. In the frozen comparison across 30 scored model conditions, no-added-advice P0 and targeted P2 tie under our ranking rule; the broad detour trails. Ripple holds the recommendation. It does not force a winner when the tested options do not separate.</a:t>
            </a:r>
          </a:p>
          <a:p>
            <a:endParaRPr/>
          </a:p>
          <a:p>
            <a:r>
              <a:t>Sources and presenter context: Animation assembled from the Visuals unmerged branch console using archived bins, not a vehicle simulation or live alert. Frozen result: docs/demo-two-incidents-2026-10-16.md and results/demo-oct16/. HOLD is the current main ranking verdict, not the older Visuals branch Operator review tab. Simulation provenance correction (18 Oct): Aberdeen’s saved refusal is a diagnostic. The provenance sidecars hash the network, detector loops, routes, observations and speed-sign inputs, but those five original files are absent from merged main at cf78b91. Do not describe this pack as fully reproducible from the repository until the original inputs are preserved.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Tuen Mun gives us the opposite case. These fixed Transport Department detectors show archived five-minute speeds from 15 April. The changing colours trace the observed slowdown across the corridor before we test a response.</a:t>
            </a:r>
          </a:p>
          <a:p>
            <a:endParaRPr/>
          </a:p>
          <a:p>
            <a:r>
              <a:t>Sources and presenter context: Animation uses sim/tuen-mun/observations_20260415.json and saved road geometry from sim/tuen-mun/network.net.xml. Each frame is one recorded five-minute bin. Gray dots mean no speed reading. The colored paths are network context, not observed Castle Peak Road speeds or vehicle trajectories.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this incident, the AI proposed a targeted diversion. A deterministic capacity check bounded advice from 80% to 11% of eligible drivers. Across 18 scored scenarios, P2 produces 4.3% less simulated total delay than no advice and is lower in 17 of 18. Broad P1 adds about 37%. That makes targeted advice the strongest tested option in this model. The replayed queue still needs better calibration, so this is a prototype comparison, not measured road savings.</a:t>
            </a:r>
          </a:p>
          <a:p>
            <a:endParaRPr/>
          </a:p>
          <a:p>
            <a:r>
              <a:t>Sources and presenter context: Frozen Tuen Mun result: docs/tuen-mun-simulation-final-call-2026-10-15.md and results/demo-oct16/. Exact values: P2 -4.31%, P1 +37.31% vs P0 across 18 conditions. P2 lower in 17/18; paired 95% CI -5.59 to -3.03%. The replay queue is ~42 km/h versus observed ~21 km/h and clears early.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07E67EC-E381-41EC-93F3-D276C56FC22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DC93D69-452A-47ED-A951-0DDE077410A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DC59098-39ED-4BA8-A342-10FB9AC8359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D127FC5-8D6A-4205-88BF-D2A512C2AF9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480A2525-0797-4A33-B058-16612892D01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90152A7-E201-420B-BB86-BD6F5821570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F787268-2B39-40A4-B274-29BAB9F99A9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B68C0502-7D1B-4D11-9BCD-032D3269E47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117AA28-652F-40B1-B19C-E02105A4007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5276727-7302-4E07-937E-8217B76DDDD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D2C63BFB-43F7-4010-A08B-F3E1B31A361F}"/>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AE009FA5-7A8C-4791-A6A3-7F5810214CF9}"/>
              </a:ext>
            </a:extLst>
          </p:cNvPr>
          <p:cNvSpPr>
            <a:spLocks noGrp="1"/>
          </p:cNvSpPr>
          <p:nvPr/>
        </p:nvSpPr>
        <p:spPr>
          <a:xfrm>
            <a:off x="0" y="0"/>
            <a:ext cx="6762750" cy="6858000"/>
          </a:xfrm>
          <a:prstGeom prst="rect">
            <a:avLst/>
          </a:prstGeom>
          <a:solidFill>
            <a:srgbClr val="07192C">
              <a:alpha val="70980"/>
            </a:srgbClr>
          </a:solidFill>
          <a:ln w="0">
            <a:noFill/>
            <a:prstDash val="solid"/>
          </a:ln>
        </p:spPr>
        <p:txBody>
          <a:bodyPr/>
          <a:lstStyle/>
          <a:p>
            <a:endParaRPr lang="zh-TW" altLang="en-US"/>
          </a:p>
        </p:txBody>
      </p:sp>
      <p:sp>
        <p:nvSpPr>
          <p:cNvPr id="3" name="矩形 2">
            <a:extLst>
              <a:ext uri="{FF2B5EF4-FFF2-40B4-BE49-F238E27FC236}">
                <a16:creationId xmlns:a16="http://schemas.microsoft.com/office/drawing/2014/main" id="{09006371-A0FE-45FE-AD3D-7D31C36692C5}"/>
              </a:ext>
            </a:extLst>
          </p:cNvPr>
          <p:cNvSpPr>
            <a:spLocks noGrp="1"/>
          </p:cNvSpPr>
          <p:nvPr/>
        </p:nvSpPr>
        <p:spPr>
          <a:xfrm>
            <a:off x="628650" y="523875"/>
            <a:ext cx="5619750" cy="276225"/>
          </a:xfrm>
          <a:prstGeom prst="rect">
            <a:avLst/>
          </a:prstGeom>
          <a:noFill/>
          <a:ln w="0">
            <a:noFill/>
            <a:prstDash val="solid"/>
          </a:ln>
        </p:spPr>
        <p:txBody>
          <a:bodyPr wrap="square" lIns="0" tIns="0" rIns="0" bIns="0" anchor="ctr">
            <a:normAutofit/>
          </a:bodyPr>
          <a:lstStyle>
            <a:defPPr algn="l">
              <a:defRPr sz="1425" b="1">
                <a:solidFill>
                  <a:srgbClr val="BFF8ED"/>
                </a:solidFill>
                <a:latin typeface="Arial"/>
                <a:ea typeface="Arial"/>
                <a:cs typeface="Arial"/>
              </a:defRPr>
            </a:defPPr>
            <a:lvl1pPr algn="l">
              <a:defRPr sz="1425" b="1">
                <a:solidFill>
                  <a:srgbClr val="BFF8ED"/>
                </a:solidFill>
                <a:latin typeface="Arial"/>
                <a:ea typeface="Arial"/>
                <a:cs typeface="Arial"/>
              </a:defRPr>
            </a:lvl1pPr>
            <a:lvl2pPr algn="l">
              <a:defRPr sz="1425" b="1">
                <a:solidFill>
                  <a:srgbClr val="BFF8ED"/>
                </a:solidFill>
                <a:latin typeface="Arial"/>
                <a:ea typeface="Arial"/>
                <a:cs typeface="Arial"/>
              </a:defRPr>
            </a:lvl2pPr>
            <a:lvl3pPr algn="l">
              <a:defRPr sz="1425" b="1">
                <a:solidFill>
                  <a:srgbClr val="BFF8ED"/>
                </a:solidFill>
                <a:latin typeface="Arial"/>
                <a:ea typeface="Arial"/>
                <a:cs typeface="Arial"/>
              </a:defRPr>
            </a:lvl3pPr>
            <a:lvl4pPr algn="l">
              <a:defRPr sz="1425" b="1">
                <a:solidFill>
                  <a:srgbClr val="BFF8ED"/>
                </a:solidFill>
                <a:latin typeface="Arial"/>
                <a:ea typeface="Arial"/>
                <a:cs typeface="Arial"/>
              </a:defRPr>
            </a:lvl4pPr>
            <a:lvl5pPr algn="l">
              <a:defRPr sz="1425" b="1">
                <a:solidFill>
                  <a:srgbClr val="BFF8ED"/>
                </a:solidFill>
                <a:latin typeface="Arial"/>
                <a:ea typeface="Arial"/>
                <a:cs typeface="Arial"/>
              </a:defRPr>
            </a:lvl5pPr>
            <a:lvl6pPr algn="l">
              <a:defRPr sz="1425" b="1">
                <a:solidFill>
                  <a:srgbClr val="BFF8ED"/>
                </a:solidFill>
                <a:latin typeface="Arial"/>
                <a:ea typeface="Arial"/>
                <a:cs typeface="Arial"/>
              </a:defRPr>
            </a:lvl6pPr>
            <a:lvl7pPr algn="l">
              <a:defRPr sz="1425" b="1">
                <a:solidFill>
                  <a:srgbClr val="BFF8ED"/>
                </a:solidFill>
                <a:latin typeface="Arial"/>
                <a:ea typeface="Arial"/>
                <a:cs typeface="Arial"/>
              </a:defRPr>
            </a:lvl7pPr>
            <a:lvl8pPr algn="l">
              <a:defRPr sz="1425" b="1">
                <a:solidFill>
                  <a:srgbClr val="BFF8ED"/>
                </a:solidFill>
                <a:latin typeface="Arial"/>
                <a:ea typeface="Arial"/>
                <a:cs typeface="Arial"/>
              </a:defRPr>
            </a:lvl8pPr>
            <a:lvl9pPr algn="l">
              <a:defRPr sz="1425" b="1">
                <a:solidFill>
                  <a:srgbClr val="BFF8ED"/>
                </a:solidFill>
                <a:latin typeface="Arial"/>
                <a:ea typeface="Arial"/>
                <a:cs typeface="Arial"/>
              </a:defRPr>
            </a:lvl9pPr>
          </a:lstStyle>
          <a:p>
            <a:pPr algn="l">
              <a:defRPr sz="1425" b="1">
                <a:solidFill>
                  <a:srgbClr val="BFF8ED"/>
                </a:solidFill>
                <a:latin typeface="Arial"/>
                <a:ea typeface="Arial"/>
                <a:cs typeface="Arial"/>
              </a:defRPr>
            </a:pPr>
            <a:r>
              <a:rPr sz="1425" b="1">
                <a:solidFill>
                  <a:srgbClr val="BFF8ED"/>
                </a:solidFill>
                <a:latin typeface="Arial"/>
                <a:ea typeface="Arial"/>
                <a:cs typeface="Arial"/>
              </a:rPr>
              <a:t>UST RIPPLE  ·  TEAM 1075</a:t>
            </a:r>
          </a:p>
        </p:txBody>
      </p:sp>
      <p:sp>
        <p:nvSpPr>
          <p:cNvPr id="4" name="矩形 3">
            <a:extLst>
              <a:ext uri="{FF2B5EF4-FFF2-40B4-BE49-F238E27FC236}">
                <a16:creationId xmlns:a16="http://schemas.microsoft.com/office/drawing/2014/main" id="{EEA1E2A5-1ED7-425F-B4E7-5FD8262A0704}"/>
              </a:ext>
            </a:extLst>
          </p:cNvPr>
          <p:cNvSpPr>
            <a:spLocks noGrp="1"/>
          </p:cNvSpPr>
          <p:nvPr/>
        </p:nvSpPr>
        <p:spPr>
          <a:xfrm>
            <a:off x="619125" y="1619250"/>
            <a:ext cx="6429375" cy="1066800"/>
          </a:xfrm>
          <a:prstGeom prst="rect">
            <a:avLst/>
          </a:prstGeom>
          <a:noFill/>
          <a:ln w="0">
            <a:noFill/>
            <a:prstDash val="solid"/>
          </a:ln>
        </p:spPr>
        <p:txBody>
          <a:bodyPr wrap="square" lIns="0" tIns="0" rIns="0" bIns="0" anchor="ctr">
            <a:normAutofit/>
          </a:bodyPr>
          <a:lstStyle>
            <a:defPPr algn="l">
              <a:defRPr sz="6825" b="1">
                <a:solidFill>
                  <a:srgbClr val="F6FBFD"/>
                </a:solidFill>
                <a:latin typeface="Arial"/>
                <a:ea typeface="Arial"/>
                <a:cs typeface="Arial"/>
              </a:defRPr>
            </a:defPPr>
            <a:lvl1pPr algn="l">
              <a:defRPr sz="6825" b="1">
                <a:solidFill>
                  <a:srgbClr val="F6FBFD"/>
                </a:solidFill>
                <a:latin typeface="Arial"/>
                <a:ea typeface="Arial"/>
                <a:cs typeface="Arial"/>
              </a:defRPr>
            </a:lvl1pPr>
            <a:lvl2pPr algn="l">
              <a:defRPr sz="6825" b="1">
                <a:solidFill>
                  <a:srgbClr val="F6FBFD"/>
                </a:solidFill>
                <a:latin typeface="Arial"/>
                <a:ea typeface="Arial"/>
                <a:cs typeface="Arial"/>
              </a:defRPr>
            </a:lvl2pPr>
            <a:lvl3pPr algn="l">
              <a:defRPr sz="6825" b="1">
                <a:solidFill>
                  <a:srgbClr val="F6FBFD"/>
                </a:solidFill>
                <a:latin typeface="Arial"/>
                <a:ea typeface="Arial"/>
                <a:cs typeface="Arial"/>
              </a:defRPr>
            </a:lvl3pPr>
            <a:lvl4pPr algn="l">
              <a:defRPr sz="6825" b="1">
                <a:solidFill>
                  <a:srgbClr val="F6FBFD"/>
                </a:solidFill>
                <a:latin typeface="Arial"/>
                <a:ea typeface="Arial"/>
                <a:cs typeface="Arial"/>
              </a:defRPr>
            </a:lvl4pPr>
            <a:lvl5pPr algn="l">
              <a:defRPr sz="6825" b="1">
                <a:solidFill>
                  <a:srgbClr val="F6FBFD"/>
                </a:solidFill>
                <a:latin typeface="Arial"/>
                <a:ea typeface="Arial"/>
                <a:cs typeface="Arial"/>
              </a:defRPr>
            </a:lvl5pPr>
            <a:lvl6pPr algn="l">
              <a:defRPr sz="6825" b="1">
                <a:solidFill>
                  <a:srgbClr val="F6FBFD"/>
                </a:solidFill>
                <a:latin typeface="Arial"/>
                <a:ea typeface="Arial"/>
                <a:cs typeface="Arial"/>
              </a:defRPr>
            </a:lvl6pPr>
            <a:lvl7pPr algn="l">
              <a:defRPr sz="6825" b="1">
                <a:solidFill>
                  <a:srgbClr val="F6FBFD"/>
                </a:solidFill>
                <a:latin typeface="Arial"/>
                <a:ea typeface="Arial"/>
                <a:cs typeface="Arial"/>
              </a:defRPr>
            </a:lvl7pPr>
            <a:lvl8pPr algn="l">
              <a:defRPr sz="6825" b="1">
                <a:solidFill>
                  <a:srgbClr val="F6FBFD"/>
                </a:solidFill>
                <a:latin typeface="Arial"/>
                <a:ea typeface="Arial"/>
                <a:cs typeface="Arial"/>
              </a:defRPr>
            </a:lvl8pPr>
            <a:lvl9pPr algn="l">
              <a:defRPr sz="6825" b="1">
                <a:solidFill>
                  <a:srgbClr val="F6FBFD"/>
                </a:solidFill>
                <a:latin typeface="Arial"/>
                <a:ea typeface="Arial"/>
                <a:cs typeface="Arial"/>
              </a:defRPr>
            </a:lvl9pPr>
          </a:lstStyle>
          <a:p>
            <a:pPr algn="l">
              <a:defRPr sz="6825" b="1">
                <a:solidFill>
                  <a:srgbClr val="F6FBFD"/>
                </a:solidFill>
                <a:latin typeface="Arial"/>
                <a:ea typeface="Arial"/>
                <a:cs typeface="Arial"/>
              </a:defRPr>
            </a:pPr>
            <a:r>
              <a:rPr sz="6825" b="1">
                <a:solidFill>
                  <a:srgbClr val="F6FBFD"/>
                </a:solidFill>
                <a:latin typeface="Arial"/>
                <a:ea typeface="Arial"/>
                <a:cs typeface="Arial"/>
              </a:rPr>
              <a:t>RIPPLE</a:t>
            </a:r>
          </a:p>
        </p:txBody>
      </p:sp>
      <p:sp>
        <p:nvSpPr>
          <p:cNvPr id="5" name="矩形 4">
            <a:extLst>
              <a:ext uri="{FF2B5EF4-FFF2-40B4-BE49-F238E27FC236}">
                <a16:creationId xmlns:a16="http://schemas.microsoft.com/office/drawing/2014/main" id="{B0D24B18-A878-4982-BD05-7500A0D71F85}"/>
              </a:ext>
            </a:extLst>
          </p:cNvPr>
          <p:cNvSpPr>
            <a:spLocks noGrp="1"/>
          </p:cNvSpPr>
          <p:nvPr/>
        </p:nvSpPr>
        <p:spPr>
          <a:xfrm>
            <a:off x="647700" y="2781300"/>
            <a:ext cx="6286500" cy="1238250"/>
          </a:xfrm>
          <a:prstGeom prst="rect">
            <a:avLst/>
          </a:prstGeom>
          <a:noFill/>
          <a:ln w="0">
            <a:noFill/>
            <a:prstDash val="solid"/>
          </a:ln>
        </p:spPr>
        <p:txBody>
          <a:bodyPr wrap="square" lIns="0" tIns="0" rIns="0" bIns="0" anchor="ctr">
            <a:normAutofit/>
          </a:bodyPr>
          <a:lstStyle>
            <a:defPPr algn="l">
              <a:defRPr sz="3600" b="1">
                <a:solidFill>
                  <a:srgbClr val="F6FBFD"/>
                </a:solidFill>
                <a:latin typeface="Arial"/>
                <a:ea typeface="Arial"/>
                <a:cs typeface="Arial"/>
              </a:defRPr>
            </a:defPPr>
            <a:lvl1pPr algn="l">
              <a:defRPr sz="3600" b="1">
                <a:solidFill>
                  <a:srgbClr val="F6FBFD"/>
                </a:solidFill>
                <a:latin typeface="Arial"/>
                <a:ea typeface="Arial"/>
                <a:cs typeface="Arial"/>
              </a:defRPr>
            </a:lvl1pPr>
            <a:lvl2pPr algn="l">
              <a:defRPr sz="3600" b="1">
                <a:solidFill>
                  <a:srgbClr val="F6FBFD"/>
                </a:solidFill>
                <a:latin typeface="Arial"/>
                <a:ea typeface="Arial"/>
                <a:cs typeface="Arial"/>
              </a:defRPr>
            </a:lvl2pPr>
            <a:lvl3pPr algn="l">
              <a:defRPr sz="3600" b="1">
                <a:solidFill>
                  <a:srgbClr val="F6FBFD"/>
                </a:solidFill>
                <a:latin typeface="Arial"/>
                <a:ea typeface="Arial"/>
                <a:cs typeface="Arial"/>
              </a:defRPr>
            </a:lvl3pPr>
            <a:lvl4pPr algn="l">
              <a:defRPr sz="3600" b="1">
                <a:solidFill>
                  <a:srgbClr val="F6FBFD"/>
                </a:solidFill>
                <a:latin typeface="Arial"/>
                <a:ea typeface="Arial"/>
                <a:cs typeface="Arial"/>
              </a:defRPr>
            </a:lvl4pPr>
            <a:lvl5pPr algn="l">
              <a:defRPr sz="3600" b="1">
                <a:solidFill>
                  <a:srgbClr val="F6FBFD"/>
                </a:solidFill>
                <a:latin typeface="Arial"/>
                <a:ea typeface="Arial"/>
                <a:cs typeface="Arial"/>
              </a:defRPr>
            </a:lvl5pPr>
            <a:lvl6pPr algn="l">
              <a:defRPr sz="3600" b="1">
                <a:solidFill>
                  <a:srgbClr val="F6FBFD"/>
                </a:solidFill>
                <a:latin typeface="Arial"/>
                <a:ea typeface="Arial"/>
                <a:cs typeface="Arial"/>
              </a:defRPr>
            </a:lvl6pPr>
            <a:lvl7pPr algn="l">
              <a:defRPr sz="3600" b="1">
                <a:solidFill>
                  <a:srgbClr val="F6FBFD"/>
                </a:solidFill>
                <a:latin typeface="Arial"/>
                <a:ea typeface="Arial"/>
                <a:cs typeface="Arial"/>
              </a:defRPr>
            </a:lvl7pPr>
            <a:lvl8pPr algn="l">
              <a:defRPr sz="3600" b="1">
                <a:solidFill>
                  <a:srgbClr val="F6FBFD"/>
                </a:solidFill>
                <a:latin typeface="Arial"/>
                <a:ea typeface="Arial"/>
                <a:cs typeface="Arial"/>
              </a:defRPr>
            </a:lvl8pPr>
            <a:lvl9pPr algn="l">
              <a:defRPr sz="3600" b="1">
                <a:solidFill>
                  <a:srgbClr val="F6FBFD"/>
                </a:solidFill>
                <a:latin typeface="Arial"/>
                <a:ea typeface="Arial"/>
                <a:cs typeface="Arial"/>
              </a:defRPr>
            </a:lvl9pPr>
          </a:lstStyle>
          <a:p>
            <a:pPr algn="l">
              <a:defRPr sz="3600" b="1">
                <a:solidFill>
                  <a:srgbClr val="F6FBFD"/>
                </a:solidFill>
                <a:latin typeface="Arial"/>
                <a:ea typeface="Arial"/>
                <a:cs typeface="Arial"/>
              </a:defRPr>
            </a:pPr>
            <a:r>
              <a:rPr sz="3600" b="1">
                <a:solidFill>
                  <a:srgbClr val="F6FBFD"/>
                </a:solidFill>
                <a:latin typeface="Arial"/>
                <a:ea typeface="Arial"/>
                <a:cs typeface="Arial"/>
              </a:rPr>
              <a:t>Test the detour</a:t>
            </a:r>
          </a:p>
          <a:p>
            <a:pPr algn="l">
              <a:defRPr sz="3600" b="1">
                <a:solidFill>
                  <a:srgbClr val="F6FBFD"/>
                </a:solidFill>
                <a:latin typeface="Arial"/>
                <a:ea typeface="Arial"/>
                <a:cs typeface="Arial"/>
              </a:defRPr>
            </a:pPr>
            <a:r>
              <a:rPr sz="3600" b="1">
                <a:solidFill>
                  <a:srgbClr val="F6FBFD"/>
                </a:solidFill>
                <a:latin typeface="Arial"/>
                <a:ea typeface="Arial"/>
                <a:cs typeface="Arial"/>
              </a:rPr>
              <a:t>before you send it</a:t>
            </a:r>
          </a:p>
        </p:txBody>
      </p:sp>
      <p:sp>
        <p:nvSpPr>
          <p:cNvPr id="6" name="矩形 5">
            <a:extLst>
              <a:ext uri="{FF2B5EF4-FFF2-40B4-BE49-F238E27FC236}">
                <a16:creationId xmlns:a16="http://schemas.microsoft.com/office/drawing/2014/main" id="{9DBA680E-CFEF-4DD0-A29D-643C4F5720F3}"/>
              </a:ext>
            </a:extLst>
          </p:cNvPr>
          <p:cNvSpPr>
            <a:spLocks noGrp="1"/>
          </p:cNvSpPr>
          <p:nvPr/>
        </p:nvSpPr>
        <p:spPr>
          <a:xfrm>
            <a:off x="657225" y="4572000"/>
            <a:ext cx="5715000" cy="533400"/>
          </a:xfrm>
          <a:prstGeom prst="rect">
            <a:avLst/>
          </a:prstGeom>
          <a:noFill/>
          <a:ln w="0">
            <a:noFill/>
            <a:prstDash val="solid"/>
          </a:ln>
        </p:spPr>
        <p:txBody>
          <a:bodyPr wrap="square" lIns="0" tIns="0" rIns="0" bIns="0" anchor="ctr">
            <a:normAutofit/>
          </a:bodyPr>
          <a:lstStyle>
            <a:defPPr algn="l">
              <a:defRPr sz="1800" b="0">
                <a:solidFill>
                  <a:srgbClr val="BFF8ED"/>
                </a:solidFill>
                <a:latin typeface="Arial"/>
                <a:ea typeface="Arial"/>
                <a:cs typeface="Arial"/>
              </a:defRPr>
            </a:defPPr>
            <a:lvl1pPr algn="l">
              <a:defRPr sz="1800" b="0">
                <a:solidFill>
                  <a:srgbClr val="BFF8ED"/>
                </a:solidFill>
                <a:latin typeface="Arial"/>
                <a:ea typeface="Arial"/>
                <a:cs typeface="Arial"/>
              </a:defRPr>
            </a:lvl1pPr>
            <a:lvl2pPr algn="l">
              <a:defRPr sz="1800" b="0">
                <a:solidFill>
                  <a:srgbClr val="BFF8ED"/>
                </a:solidFill>
                <a:latin typeface="Arial"/>
                <a:ea typeface="Arial"/>
                <a:cs typeface="Arial"/>
              </a:defRPr>
            </a:lvl2pPr>
            <a:lvl3pPr algn="l">
              <a:defRPr sz="1800" b="0">
                <a:solidFill>
                  <a:srgbClr val="BFF8ED"/>
                </a:solidFill>
                <a:latin typeface="Arial"/>
                <a:ea typeface="Arial"/>
                <a:cs typeface="Arial"/>
              </a:defRPr>
            </a:lvl3pPr>
            <a:lvl4pPr algn="l">
              <a:defRPr sz="1800" b="0">
                <a:solidFill>
                  <a:srgbClr val="BFF8ED"/>
                </a:solidFill>
                <a:latin typeface="Arial"/>
                <a:ea typeface="Arial"/>
                <a:cs typeface="Arial"/>
              </a:defRPr>
            </a:lvl4pPr>
            <a:lvl5pPr algn="l">
              <a:defRPr sz="1800" b="0">
                <a:solidFill>
                  <a:srgbClr val="BFF8ED"/>
                </a:solidFill>
                <a:latin typeface="Arial"/>
                <a:ea typeface="Arial"/>
                <a:cs typeface="Arial"/>
              </a:defRPr>
            </a:lvl5pPr>
            <a:lvl6pPr algn="l">
              <a:defRPr sz="1800" b="0">
                <a:solidFill>
                  <a:srgbClr val="BFF8ED"/>
                </a:solidFill>
                <a:latin typeface="Arial"/>
                <a:ea typeface="Arial"/>
                <a:cs typeface="Arial"/>
              </a:defRPr>
            </a:lvl6pPr>
            <a:lvl7pPr algn="l">
              <a:defRPr sz="1800" b="0">
                <a:solidFill>
                  <a:srgbClr val="BFF8ED"/>
                </a:solidFill>
                <a:latin typeface="Arial"/>
                <a:ea typeface="Arial"/>
                <a:cs typeface="Arial"/>
              </a:defRPr>
            </a:lvl7pPr>
            <a:lvl8pPr algn="l">
              <a:defRPr sz="1800" b="0">
                <a:solidFill>
                  <a:srgbClr val="BFF8ED"/>
                </a:solidFill>
                <a:latin typeface="Arial"/>
                <a:ea typeface="Arial"/>
                <a:cs typeface="Arial"/>
              </a:defRPr>
            </a:lvl8pPr>
            <a:lvl9pPr algn="l">
              <a:defRPr sz="1800" b="0">
                <a:solidFill>
                  <a:srgbClr val="BFF8ED"/>
                </a:solidFill>
                <a:latin typeface="Arial"/>
                <a:ea typeface="Arial"/>
                <a:cs typeface="Arial"/>
              </a:defRPr>
            </a:lvl9pPr>
          </a:lstStyle>
          <a:p>
            <a:pPr algn="l">
              <a:defRPr sz="1800" b="0">
                <a:solidFill>
                  <a:srgbClr val="BFF8ED"/>
                </a:solidFill>
                <a:latin typeface="Arial"/>
                <a:ea typeface="Arial"/>
                <a:cs typeface="Arial"/>
              </a:defRPr>
            </a:pPr>
            <a:r>
              <a:rPr sz="1800" b="0">
                <a:solidFill>
                  <a:srgbClr val="BFF8ED"/>
                </a:solidFill>
                <a:latin typeface="Arial"/>
                <a:ea typeface="Arial"/>
                <a:cs typeface="Arial"/>
              </a:rPr>
              <a:t>AI incident copilot for Hong Kong traffic operators</a:t>
            </a:r>
          </a:p>
        </p:txBody>
      </p:sp>
      <p:sp>
        <p:nvSpPr>
          <p:cNvPr id="7" name="矩形 6">
            <a:extLst>
              <a:ext uri="{FF2B5EF4-FFF2-40B4-BE49-F238E27FC236}">
                <a16:creationId xmlns:a16="http://schemas.microsoft.com/office/drawing/2014/main" id="{AFAFD816-4044-4302-8C43-FC1BDF4A4D4E}"/>
              </a:ext>
            </a:extLst>
          </p:cNvPr>
          <p:cNvSpPr>
            <a:spLocks noGrp="1"/>
          </p:cNvSpPr>
          <p:nvPr/>
        </p:nvSpPr>
        <p:spPr>
          <a:xfrm>
            <a:off x="657225" y="5257800"/>
            <a:ext cx="5905500" cy="285750"/>
          </a:xfrm>
          <a:prstGeom prst="rect">
            <a:avLst/>
          </a:prstGeom>
          <a:noFill/>
          <a:ln w="0">
            <a:noFill/>
            <a:prstDash val="solid"/>
          </a:ln>
        </p:spPr>
        <p:txBody>
          <a:bodyPr wrap="square" lIns="0" tIns="0" rIns="0" bIns="0" anchor="ctr">
            <a:normAutofit/>
          </a:bodyPr>
          <a:lstStyle>
            <a:defPPr algn="l">
              <a:defRPr sz="1350" b="0">
                <a:solidFill>
                  <a:srgbClr val="F6FBFD"/>
                </a:solidFill>
                <a:latin typeface="Arial"/>
                <a:ea typeface="Arial"/>
                <a:cs typeface="Arial"/>
              </a:defRPr>
            </a:defPPr>
            <a:lvl1pPr algn="l">
              <a:defRPr sz="1350" b="0">
                <a:solidFill>
                  <a:srgbClr val="F6FBFD"/>
                </a:solidFill>
                <a:latin typeface="Arial"/>
                <a:ea typeface="Arial"/>
                <a:cs typeface="Arial"/>
              </a:defRPr>
            </a:lvl1pPr>
            <a:lvl2pPr algn="l">
              <a:defRPr sz="1350" b="0">
                <a:solidFill>
                  <a:srgbClr val="F6FBFD"/>
                </a:solidFill>
                <a:latin typeface="Arial"/>
                <a:ea typeface="Arial"/>
                <a:cs typeface="Arial"/>
              </a:defRPr>
            </a:lvl2pPr>
            <a:lvl3pPr algn="l">
              <a:defRPr sz="1350" b="0">
                <a:solidFill>
                  <a:srgbClr val="F6FBFD"/>
                </a:solidFill>
                <a:latin typeface="Arial"/>
                <a:ea typeface="Arial"/>
                <a:cs typeface="Arial"/>
              </a:defRPr>
            </a:lvl3pPr>
            <a:lvl4pPr algn="l">
              <a:defRPr sz="1350" b="0">
                <a:solidFill>
                  <a:srgbClr val="F6FBFD"/>
                </a:solidFill>
                <a:latin typeface="Arial"/>
                <a:ea typeface="Arial"/>
                <a:cs typeface="Arial"/>
              </a:defRPr>
            </a:lvl4pPr>
            <a:lvl5pPr algn="l">
              <a:defRPr sz="1350" b="0">
                <a:solidFill>
                  <a:srgbClr val="F6FBFD"/>
                </a:solidFill>
                <a:latin typeface="Arial"/>
                <a:ea typeface="Arial"/>
                <a:cs typeface="Arial"/>
              </a:defRPr>
            </a:lvl5pPr>
            <a:lvl6pPr algn="l">
              <a:defRPr sz="1350" b="0">
                <a:solidFill>
                  <a:srgbClr val="F6FBFD"/>
                </a:solidFill>
                <a:latin typeface="Arial"/>
                <a:ea typeface="Arial"/>
                <a:cs typeface="Arial"/>
              </a:defRPr>
            </a:lvl6pPr>
            <a:lvl7pPr algn="l">
              <a:defRPr sz="1350" b="0">
                <a:solidFill>
                  <a:srgbClr val="F6FBFD"/>
                </a:solidFill>
                <a:latin typeface="Arial"/>
                <a:ea typeface="Arial"/>
                <a:cs typeface="Arial"/>
              </a:defRPr>
            </a:lvl7pPr>
            <a:lvl8pPr algn="l">
              <a:defRPr sz="1350" b="0">
                <a:solidFill>
                  <a:srgbClr val="F6FBFD"/>
                </a:solidFill>
                <a:latin typeface="Arial"/>
                <a:ea typeface="Arial"/>
                <a:cs typeface="Arial"/>
              </a:defRPr>
            </a:lvl8pPr>
            <a:lvl9pPr algn="l">
              <a:defRPr sz="1350" b="0">
                <a:solidFill>
                  <a:srgbClr val="F6FBFD"/>
                </a:solidFill>
                <a:latin typeface="Arial"/>
                <a:ea typeface="Arial"/>
                <a:cs typeface="Arial"/>
              </a:defRPr>
            </a:lvl9pPr>
          </a:lstStyle>
          <a:p>
            <a:pPr algn="l">
              <a:defRPr sz="1350" b="0">
                <a:solidFill>
                  <a:srgbClr val="F6FBFD"/>
                </a:solidFill>
                <a:latin typeface="Arial"/>
                <a:ea typeface="Arial"/>
                <a:cs typeface="Arial"/>
              </a:defRPr>
            </a:pPr>
            <a:r>
              <a:rPr sz="1350" b="0">
                <a:solidFill>
                  <a:srgbClr val="F6FBFD"/>
                </a:solidFill>
                <a:latin typeface="Arial"/>
                <a:ea typeface="Arial"/>
                <a:cs typeface="Arial"/>
              </a:rPr>
              <a:t>Track 1: Green Transport &amp; Smart Mobility</a:t>
            </a:r>
          </a:p>
        </p:txBody>
      </p:sp>
      <p:sp>
        <p:nvSpPr>
          <p:cNvPr id="8" name="矩形 7">
            <a:extLst>
              <a:ext uri="{FF2B5EF4-FFF2-40B4-BE49-F238E27FC236}">
                <a16:creationId xmlns:a16="http://schemas.microsoft.com/office/drawing/2014/main" id="{68DF8955-29B9-4D2B-8EF6-D1FC0E948F28}"/>
              </a:ext>
            </a:extLst>
          </p:cNvPr>
          <p:cNvSpPr>
            <a:spLocks noGrp="1"/>
          </p:cNvSpPr>
          <p:nvPr/>
        </p:nvSpPr>
        <p:spPr>
          <a:xfrm>
            <a:off x="657225" y="5953125"/>
            <a:ext cx="6477000" cy="276225"/>
          </a:xfrm>
          <a:prstGeom prst="rect">
            <a:avLst/>
          </a:prstGeom>
          <a:noFill/>
          <a:ln w="0">
            <a:noFill/>
            <a:prstDash val="solid"/>
          </a:ln>
        </p:spPr>
        <p:txBody>
          <a:bodyPr wrap="square" lIns="0" tIns="0" rIns="0" bIns="0" anchor="ctr">
            <a:normAutofit/>
          </a:bodyPr>
          <a:lstStyle>
            <a:defPPr algn="l">
              <a:defRPr sz="1275" b="0">
                <a:solidFill>
                  <a:srgbClr val="AFBFCE"/>
                </a:solidFill>
                <a:latin typeface="Arial"/>
                <a:ea typeface="Arial"/>
                <a:cs typeface="Arial"/>
              </a:defRPr>
            </a:defPPr>
            <a:lvl1pPr algn="l">
              <a:defRPr sz="1275" b="0">
                <a:solidFill>
                  <a:srgbClr val="AFBFCE"/>
                </a:solidFill>
                <a:latin typeface="Arial"/>
                <a:ea typeface="Arial"/>
                <a:cs typeface="Arial"/>
              </a:defRPr>
            </a:lvl1pPr>
            <a:lvl2pPr algn="l">
              <a:defRPr sz="1275" b="0">
                <a:solidFill>
                  <a:srgbClr val="AFBFCE"/>
                </a:solidFill>
                <a:latin typeface="Arial"/>
                <a:ea typeface="Arial"/>
                <a:cs typeface="Arial"/>
              </a:defRPr>
            </a:lvl2pPr>
            <a:lvl3pPr algn="l">
              <a:defRPr sz="1275" b="0">
                <a:solidFill>
                  <a:srgbClr val="AFBFCE"/>
                </a:solidFill>
                <a:latin typeface="Arial"/>
                <a:ea typeface="Arial"/>
                <a:cs typeface="Arial"/>
              </a:defRPr>
            </a:lvl3pPr>
            <a:lvl4pPr algn="l">
              <a:defRPr sz="1275" b="0">
                <a:solidFill>
                  <a:srgbClr val="AFBFCE"/>
                </a:solidFill>
                <a:latin typeface="Arial"/>
                <a:ea typeface="Arial"/>
                <a:cs typeface="Arial"/>
              </a:defRPr>
            </a:lvl4pPr>
            <a:lvl5pPr algn="l">
              <a:defRPr sz="1275" b="0">
                <a:solidFill>
                  <a:srgbClr val="AFBFCE"/>
                </a:solidFill>
                <a:latin typeface="Arial"/>
                <a:ea typeface="Arial"/>
                <a:cs typeface="Arial"/>
              </a:defRPr>
            </a:lvl5pPr>
            <a:lvl6pPr algn="l">
              <a:defRPr sz="1275" b="0">
                <a:solidFill>
                  <a:srgbClr val="AFBFCE"/>
                </a:solidFill>
                <a:latin typeface="Arial"/>
                <a:ea typeface="Arial"/>
                <a:cs typeface="Arial"/>
              </a:defRPr>
            </a:lvl6pPr>
            <a:lvl7pPr algn="l">
              <a:defRPr sz="1275" b="0">
                <a:solidFill>
                  <a:srgbClr val="AFBFCE"/>
                </a:solidFill>
                <a:latin typeface="Arial"/>
                <a:ea typeface="Arial"/>
                <a:cs typeface="Arial"/>
              </a:defRPr>
            </a:lvl7pPr>
            <a:lvl8pPr algn="l">
              <a:defRPr sz="1275" b="0">
                <a:solidFill>
                  <a:srgbClr val="AFBFCE"/>
                </a:solidFill>
                <a:latin typeface="Arial"/>
                <a:ea typeface="Arial"/>
                <a:cs typeface="Arial"/>
              </a:defRPr>
            </a:lvl8pPr>
            <a:lvl9pPr algn="l">
              <a:defRPr sz="1275" b="0">
                <a:solidFill>
                  <a:srgbClr val="AFBFCE"/>
                </a:solidFill>
                <a:latin typeface="Arial"/>
                <a:ea typeface="Arial"/>
                <a:cs typeface="Arial"/>
              </a:defRPr>
            </a:lvl9pPr>
          </a:lstStyle>
          <a:p>
            <a:pPr algn="l">
              <a:defRPr sz="1275" b="0">
                <a:solidFill>
                  <a:srgbClr val="AFBFCE"/>
                </a:solidFill>
                <a:latin typeface="Arial"/>
                <a:ea typeface="Arial"/>
                <a:cs typeface="Arial"/>
              </a:defRPr>
            </a:pPr>
            <a:r>
              <a:rPr sz="1275" b="0">
                <a:solidFill>
                  <a:srgbClr val="AFBFCE"/>
                </a:solidFill>
                <a:latin typeface="Arial"/>
                <a:ea typeface="Arial"/>
                <a:cs typeface="Arial"/>
              </a:rPr>
              <a:t>Lead   Data   Simulation   Visuals   Impact</a:t>
            </a:r>
          </a:p>
        </p:txBody>
      </p:sp>
    </p:spTree>
    <p:extLst>
      <p:ext uri="{BB962C8B-B14F-4D97-AF65-F5344CB8AC3E}">
        <p14:creationId xmlns:p14="http://schemas.microsoft.com/office/powerpoint/2010/main" val="173149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B2F8E84D-4D23-4747-82A3-DCFFC68C7415}"/>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02</a:t>
            </a:r>
          </a:p>
        </p:txBody>
      </p:sp>
      <p:sp>
        <p:nvSpPr>
          <p:cNvPr id="2" name="矩形 1">
            <a:extLst>
              <a:ext uri="{FF2B5EF4-FFF2-40B4-BE49-F238E27FC236}">
                <a16:creationId xmlns:a16="http://schemas.microsoft.com/office/drawing/2014/main" id="{AAAA6609-A6A6-48D6-977B-EB06E64B6336}"/>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One closure changes the whole corridor</a:t>
            </a:r>
          </a:p>
        </p:txBody>
      </p:sp>
      <p:sp>
        <p:nvSpPr>
          <p:cNvPr id="3" name="矩形 2">
            <a:extLst>
              <a:ext uri="{FF2B5EF4-FFF2-40B4-BE49-F238E27FC236}">
                <a16:creationId xmlns:a16="http://schemas.microsoft.com/office/drawing/2014/main" id="{80A877F8-881A-4D88-B2CB-392BDE3E84A2}"/>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矩形 3">
            <a:extLst>
              <a:ext uri="{FF2B5EF4-FFF2-40B4-BE49-F238E27FC236}">
                <a16:creationId xmlns:a16="http://schemas.microsoft.com/office/drawing/2014/main" id="{D474FB7C-AD65-453F-B76B-EE7AB7245079}"/>
              </a:ext>
            </a:extLst>
          </p:cNvPr>
          <p:cNvSpPr>
            <a:spLocks noGrp="1"/>
          </p:cNvSpPr>
          <p:nvPr/>
        </p:nvSpPr>
        <p:spPr>
          <a:xfrm>
            <a:off x="685800"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One blocked link</a:t>
            </a:r>
          </a:p>
        </p:txBody>
      </p:sp>
      <p:sp>
        <p:nvSpPr>
          <p:cNvPr id="5" name="矩形 4">
            <a:extLst>
              <a:ext uri="{FF2B5EF4-FFF2-40B4-BE49-F238E27FC236}">
                <a16:creationId xmlns:a16="http://schemas.microsoft.com/office/drawing/2014/main" id="{5C8B3A19-FC85-4B57-9AB7-A2CC774EA836}"/>
              </a:ext>
            </a:extLst>
          </p:cNvPr>
          <p:cNvSpPr>
            <a:spLocks noGrp="1"/>
          </p:cNvSpPr>
          <p:nvPr/>
        </p:nvSpPr>
        <p:spPr>
          <a:xfrm>
            <a:off x="4467225"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Traffic shifts</a:t>
            </a:r>
          </a:p>
        </p:txBody>
      </p:sp>
      <p:sp>
        <p:nvSpPr>
          <p:cNvPr id="6" name="矩形 5">
            <a:extLst>
              <a:ext uri="{FF2B5EF4-FFF2-40B4-BE49-F238E27FC236}">
                <a16:creationId xmlns:a16="http://schemas.microsoft.com/office/drawing/2014/main" id="{ABFC5A3E-F2F9-44B3-A554-607F7FD60EFC}"/>
              </a:ext>
            </a:extLst>
          </p:cNvPr>
          <p:cNvSpPr>
            <a:spLocks noGrp="1"/>
          </p:cNvSpPr>
          <p:nvPr/>
        </p:nvSpPr>
        <p:spPr>
          <a:xfrm>
            <a:off x="8248650"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Operator weighs impact</a:t>
            </a:r>
          </a:p>
        </p:txBody>
      </p:sp>
      <p:sp>
        <p:nvSpPr>
          <p:cNvPr id="7" name="直線接點 6">
            <a:extLst>
              <a:ext uri="{FF2B5EF4-FFF2-40B4-BE49-F238E27FC236}">
                <a16:creationId xmlns:a16="http://schemas.microsoft.com/office/drawing/2014/main" id="{F4B56CAC-24FC-44A3-AAF7-BE4FA2E78718}"/>
              </a:ext>
            </a:extLst>
          </p:cNvPr>
          <p:cNvSpPr>
            <a:spLocks noGrp="1"/>
          </p:cNvSpPr>
          <p:nvPr/>
        </p:nvSpPr>
        <p:spPr>
          <a:xfrm>
            <a:off x="1190625" y="4000500"/>
            <a:ext cx="9191625" cy="0"/>
          </a:xfrm>
          <a:prstGeom prst="line">
            <a:avLst/>
          </a:prstGeom>
          <a:noFill/>
          <a:ln w="238125">
            <a:solidFill>
              <a:srgbClr val="102E47"/>
            </a:solidFill>
            <a:prstDash val="solid"/>
          </a:ln>
        </p:spPr>
        <p:txBody>
          <a:bodyPr/>
          <a:lstStyle/>
          <a:p>
            <a:endParaRPr lang="zh-TW" altLang="en-US"/>
          </a:p>
        </p:txBody>
      </p:sp>
      <p:sp>
        <p:nvSpPr>
          <p:cNvPr id="8" name="直線接點 7">
            <a:extLst>
              <a:ext uri="{FF2B5EF4-FFF2-40B4-BE49-F238E27FC236}">
                <a16:creationId xmlns:a16="http://schemas.microsoft.com/office/drawing/2014/main" id="{BE0190B5-6469-4EBD-9CED-5B7EBE0E3CCF}"/>
              </a:ext>
            </a:extLst>
          </p:cNvPr>
          <p:cNvSpPr>
            <a:spLocks noGrp="1"/>
          </p:cNvSpPr>
          <p:nvPr/>
        </p:nvSpPr>
        <p:spPr>
          <a:xfrm>
            <a:off x="1190625" y="4000500"/>
            <a:ext cx="3857625" cy="0"/>
          </a:xfrm>
          <a:prstGeom prst="line">
            <a:avLst/>
          </a:prstGeom>
          <a:noFill/>
          <a:ln w="161925">
            <a:solidFill>
              <a:srgbClr val="25D6BE"/>
            </a:solidFill>
            <a:prstDash val="solid"/>
          </a:ln>
        </p:spPr>
        <p:txBody>
          <a:bodyPr/>
          <a:lstStyle/>
          <a:p>
            <a:endParaRPr lang="zh-TW" altLang="en-US"/>
          </a:p>
        </p:txBody>
      </p:sp>
      <p:sp>
        <p:nvSpPr>
          <p:cNvPr id="9" name="直線接點 8">
            <a:extLst>
              <a:ext uri="{FF2B5EF4-FFF2-40B4-BE49-F238E27FC236}">
                <a16:creationId xmlns:a16="http://schemas.microsoft.com/office/drawing/2014/main" id="{AEB93AFC-F73E-46FD-BA3B-72BAC58A7A2A}"/>
              </a:ext>
            </a:extLst>
          </p:cNvPr>
          <p:cNvSpPr>
            <a:spLocks noGrp="1"/>
          </p:cNvSpPr>
          <p:nvPr/>
        </p:nvSpPr>
        <p:spPr>
          <a:xfrm flipV="1">
            <a:off x="5048250" y="3000375"/>
            <a:ext cx="2000250" cy="1000125"/>
          </a:xfrm>
          <a:prstGeom prst="line">
            <a:avLst/>
          </a:prstGeom>
          <a:noFill/>
          <a:ln w="114300">
            <a:solidFill>
              <a:srgbClr val="FF806E"/>
            </a:solidFill>
            <a:prstDash val="solid"/>
          </a:ln>
        </p:spPr>
        <p:txBody>
          <a:bodyPr/>
          <a:lstStyle/>
          <a:p>
            <a:endParaRPr lang="zh-TW" altLang="en-US"/>
          </a:p>
        </p:txBody>
      </p:sp>
      <p:sp>
        <p:nvSpPr>
          <p:cNvPr id="10" name="直線接點 9">
            <a:extLst>
              <a:ext uri="{FF2B5EF4-FFF2-40B4-BE49-F238E27FC236}">
                <a16:creationId xmlns:a16="http://schemas.microsoft.com/office/drawing/2014/main" id="{C1405C34-0C88-4C52-847C-E7775B18BD79}"/>
              </a:ext>
            </a:extLst>
          </p:cNvPr>
          <p:cNvSpPr>
            <a:spLocks noGrp="1"/>
          </p:cNvSpPr>
          <p:nvPr/>
        </p:nvSpPr>
        <p:spPr>
          <a:xfrm>
            <a:off x="7048500" y="3000375"/>
            <a:ext cx="2476500" cy="1000125"/>
          </a:xfrm>
          <a:prstGeom prst="line">
            <a:avLst/>
          </a:prstGeom>
          <a:noFill/>
          <a:ln w="114300">
            <a:solidFill>
              <a:srgbClr val="FF806E"/>
            </a:solidFill>
            <a:prstDash val="solid"/>
          </a:ln>
        </p:spPr>
        <p:txBody>
          <a:bodyPr/>
          <a:lstStyle/>
          <a:p>
            <a:endParaRPr lang="zh-TW" altLang="en-US"/>
          </a:p>
        </p:txBody>
      </p:sp>
      <p:sp>
        <p:nvSpPr>
          <p:cNvPr id="11" name="直線接點 10">
            <a:extLst>
              <a:ext uri="{FF2B5EF4-FFF2-40B4-BE49-F238E27FC236}">
                <a16:creationId xmlns:a16="http://schemas.microsoft.com/office/drawing/2014/main" id="{06F40F54-1145-45C4-9E71-FBF88786F221}"/>
              </a:ext>
            </a:extLst>
          </p:cNvPr>
          <p:cNvSpPr>
            <a:spLocks noGrp="1"/>
          </p:cNvSpPr>
          <p:nvPr/>
        </p:nvSpPr>
        <p:spPr>
          <a:xfrm>
            <a:off x="5048250" y="4000500"/>
            <a:ext cx="2000250" cy="1000125"/>
          </a:xfrm>
          <a:prstGeom prst="line">
            <a:avLst/>
          </a:prstGeom>
          <a:noFill/>
          <a:ln w="114300">
            <a:solidFill>
              <a:srgbClr val="25D6BE"/>
            </a:solidFill>
            <a:prstDash val="solid"/>
          </a:ln>
        </p:spPr>
        <p:txBody>
          <a:bodyPr/>
          <a:lstStyle/>
          <a:p>
            <a:endParaRPr lang="zh-TW" altLang="en-US"/>
          </a:p>
        </p:txBody>
      </p:sp>
      <p:sp>
        <p:nvSpPr>
          <p:cNvPr id="12" name="直線接點 11">
            <a:extLst>
              <a:ext uri="{FF2B5EF4-FFF2-40B4-BE49-F238E27FC236}">
                <a16:creationId xmlns:a16="http://schemas.microsoft.com/office/drawing/2014/main" id="{EDB3E90C-43FD-48BC-8AA2-25A12D64C1DA}"/>
              </a:ext>
            </a:extLst>
          </p:cNvPr>
          <p:cNvSpPr>
            <a:spLocks noGrp="1"/>
          </p:cNvSpPr>
          <p:nvPr/>
        </p:nvSpPr>
        <p:spPr>
          <a:xfrm flipV="1">
            <a:off x="7048500" y="4000500"/>
            <a:ext cx="2476500" cy="1000125"/>
          </a:xfrm>
          <a:prstGeom prst="line">
            <a:avLst/>
          </a:prstGeom>
          <a:noFill/>
          <a:ln w="114300">
            <a:solidFill>
              <a:srgbClr val="25D6BE"/>
            </a:solidFill>
            <a:prstDash val="solid"/>
          </a:ln>
        </p:spPr>
        <p:txBody>
          <a:bodyPr/>
          <a:lstStyle/>
          <a:p>
            <a:endParaRPr lang="zh-TW" altLang="en-US"/>
          </a:p>
        </p:txBody>
      </p:sp>
      <p:sp>
        <p:nvSpPr>
          <p:cNvPr id="13" name="橢圓 12">
            <a:extLst>
              <a:ext uri="{FF2B5EF4-FFF2-40B4-BE49-F238E27FC236}">
                <a16:creationId xmlns:a16="http://schemas.microsoft.com/office/drawing/2014/main" id="{80F6A702-7875-498C-A4B3-20D1DFB10002}"/>
              </a:ext>
            </a:extLst>
          </p:cNvPr>
          <p:cNvSpPr>
            <a:spLocks noGrp="1"/>
          </p:cNvSpPr>
          <p:nvPr/>
        </p:nvSpPr>
        <p:spPr>
          <a:xfrm>
            <a:off x="4591050" y="3543300"/>
            <a:ext cx="904875" cy="904875"/>
          </a:xfrm>
          <a:prstGeom prst="ellipse">
            <a:avLst/>
          </a:prstGeom>
          <a:solidFill>
            <a:srgbClr val="FF806E"/>
          </a:solidFill>
          <a:ln w="0">
            <a:noFill/>
            <a:prstDash val="solid"/>
          </a:ln>
        </p:spPr>
        <p:txBody>
          <a:bodyPr/>
          <a:lstStyle/>
          <a:p>
            <a:endParaRPr lang="zh-TW" altLang="en-US"/>
          </a:p>
        </p:txBody>
      </p:sp>
      <p:sp>
        <p:nvSpPr>
          <p:cNvPr id="14" name="矩形 13">
            <a:extLst>
              <a:ext uri="{FF2B5EF4-FFF2-40B4-BE49-F238E27FC236}">
                <a16:creationId xmlns:a16="http://schemas.microsoft.com/office/drawing/2014/main" id="{5275D9CE-09FD-4C5E-9197-60389458E414}"/>
              </a:ext>
            </a:extLst>
          </p:cNvPr>
          <p:cNvSpPr>
            <a:spLocks noGrp="1"/>
          </p:cNvSpPr>
          <p:nvPr/>
        </p:nvSpPr>
        <p:spPr>
          <a:xfrm>
            <a:off x="4876800" y="3657600"/>
            <a:ext cx="333375" cy="619125"/>
          </a:xfrm>
          <a:prstGeom prst="rect">
            <a:avLst/>
          </a:prstGeom>
          <a:noFill/>
          <a:ln w="0">
            <a:noFill/>
            <a:prstDash val="solid"/>
          </a:ln>
        </p:spPr>
        <p:txBody>
          <a:bodyPr wrap="square" lIns="0" tIns="0" rIns="0" bIns="0" anchor="ctr">
            <a:normAutofit/>
          </a:bodyPr>
          <a:lstStyle>
            <a:defPPr algn="ctr">
              <a:defRPr sz="3900" b="1">
                <a:solidFill>
                  <a:srgbClr val="07192C"/>
                </a:solidFill>
                <a:latin typeface="Arial"/>
                <a:ea typeface="Arial"/>
                <a:cs typeface="Arial"/>
              </a:defRPr>
            </a:defPPr>
            <a:lvl1pPr algn="ctr">
              <a:defRPr sz="3900" b="1">
                <a:solidFill>
                  <a:srgbClr val="07192C"/>
                </a:solidFill>
                <a:latin typeface="Arial"/>
                <a:ea typeface="Arial"/>
                <a:cs typeface="Arial"/>
              </a:defRPr>
            </a:lvl1pPr>
            <a:lvl2pPr algn="ctr">
              <a:defRPr sz="3900" b="1">
                <a:solidFill>
                  <a:srgbClr val="07192C"/>
                </a:solidFill>
                <a:latin typeface="Arial"/>
                <a:ea typeface="Arial"/>
                <a:cs typeface="Arial"/>
              </a:defRPr>
            </a:lvl2pPr>
            <a:lvl3pPr algn="ctr">
              <a:defRPr sz="3900" b="1">
                <a:solidFill>
                  <a:srgbClr val="07192C"/>
                </a:solidFill>
                <a:latin typeface="Arial"/>
                <a:ea typeface="Arial"/>
                <a:cs typeface="Arial"/>
              </a:defRPr>
            </a:lvl3pPr>
            <a:lvl4pPr algn="ctr">
              <a:defRPr sz="3900" b="1">
                <a:solidFill>
                  <a:srgbClr val="07192C"/>
                </a:solidFill>
                <a:latin typeface="Arial"/>
                <a:ea typeface="Arial"/>
                <a:cs typeface="Arial"/>
              </a:defRPr>
            </a:lvl4pPr>
            <a:lvl5pPr algn="ctr">
              <a:defRPr sz="3900" b="1">
                <a:solidFill>
                  <a:srgbClr val="07192C"/>
                </a:solidFill>
                <a:latin typeface="Arial"/>
                <a:ea typeface="Arial"/>
                <a:cs typeface="Arial"/>
              </a:defRPr>
            </a:lvl5pPr>
            <a:lvl6pPr algn="ctr">
              <a:defRPr sz="3900" b="1">
                <a:solidFill>
                  <a:srgbClr val="07192C"/>
                </a:solidFill>
                <a:latin typeface="Arial"/>
                <a:ea typeface="Arial"/>
                <a:cs typeface="Arial"/>
              </a:defRPr>
            </a:lvl6pPr>
            <a:lvl7pPr algn="ctr">
              <a:defRPr sz="3900" b="1">
                <a:solidFill>
                  <a:srgbClr val="07192C"/>
                </a:solidFill>
                <a:latin typeface="Arial"/>
                <a:ea typeface="Arial"/>
                <a:cs typeface="Arial"/>
              </a:defRPr>
            </a:lvl7pPr>
            <a:lvl8pPr algn="ctr">
              <a:defRPr sz="3900" b="1">
                <a:solidFill>
                  <a:srgbClr val="07192C"/>
                </a:solidFill>
                <a:latin typeface="Arial"/>
                <a:ea typeface="Arial"/>
                <a:cs typeface="Arial"/>
              </a:defRPr>
            </a:lvl8pPr>
            <a:lvl9pPr algn="ctr">
              <a:defRPr sz="3900" b="1">
                <a:solidFill>
                  <a:srgbClr val="07192C"/>
                </a:solidFill>
                <a:latin typeface="Arial"/>
                <a:ea typeface="Arial"/>
                <a:cs typeface="Arial"/>
              </a:defRPr>
            </a:lvl9pPr>
          </a:lstStyle>
          <a:p>
            <a:pPr algn="ctr">
              <a:defRPr sz="3900" b="1">
                <a:solidFill>
                  <a:srgbClr val="07192C"/>
                </a:solidFill>
                <a:latin typeface="Arial"/>
                <a:ea typeface="Arial"/>
                <a:cs typeface="Arial"/>
              </a:defRPr>
            </a:pPr>
            <a:r>
              <a:rPr sz="3900" b="1">
                <a:solidFill>
                  <a:srgbClr val="07192C"/>
                </a:solidFill>
                <a:latin typeface="Arial"/>
                <a:ea typeface="Arial"/>
                <a:cs typeface="Arial"/>
              </a:rPr>
              <a:t>!</a:t>
            </a:r>
          </a:p>
        </p:txBody>
      </p:sp>
      <p:sp>
        <p:nvSpPr>
          <p:cNvPr id="15" name="橢圓 14">
            <a:extLst>
              <a:ext uri="{FF2B5EF4-FFF2-40B4-BE49-F238E27FC236}">
                <a16:creationId xmlns:a16="http://schemas.microsoft.com/office/drawing/2014/main" id="{66392BC6-BF26-4ECA-8BAF-3758D5F961A0}"/>
              </a:ext>
            </a:extLst>
          </p:cNvPr>
          <p:cNvSpPr>
            <a:spLocks noGrp="1"/>
          </p:cNvSpPr>
          <p:nvPr/>
        </p:nvSpPr>
        <p:spPr>
          <a:xfrm>
            <a:off x="9191625" y="3667125"/>
            <a:ext cx="666750" cy="666750"/>
          </a:xfrm>
          <a:prstGeom prst="ellipse">
            <a:avLst/>
          </a:prstGeom>
          <a:solidFill>
            <a:srgbClr val="BFF8ED"/>
          </a:solidFill>
          <a:ln w="0">
            <a:noFill/>
            <a:prstDash val="solid"/>
          </a:ln>
        </p:spPr>
        <p:txBody>
          <a:bodyPr/>
          <a:lstStyle/>
          <a:p>
            <a:endParaRPr lang="zh-TW" altLang="en-US"/>
          </a:p>
        </p:txBody>
      </p:sp>
      <p:sp>
        <p:nvSpPr>
          <p:cNvPr id="16" name="矩形 15">
            <a:extLst>
              <a:ext uri="{FF2B5EF4-FFF2-40B4-BE49-F238E27FC236}">
                <a16:creationId xmlns:a16="http://schemas.microsoft.com/office/drawing/2014/main" id="{A40AC9B3-CE86-4AEB-9D4E-62943262BA29}"/>
              </a:ext>
            </a:extLst>
          </p:cNvPr>
          <p:cNvSpPr>
            <a:spLocks noGrp="1"/>
          </p:cNvSpPr>
          <p:nvPr/>
        </p:nvSpPr>
        <p:spPr>
          <a:xfrm>
            <a:off x="9315450" y="3752850"/>
            <a:ext cx="428625" cy="466725"/>
          </a:xfrm>
          <a:prstGeom prst="rect">
            <a:avLst/>
          </a:prstGeom>
          <a:noFill/>
          <a:ln w="0">
            <a:noFill/>
            <a:prstDash val="solid"/>
          </a:ln>
        </p:spPr>
        <p:txBody>
          <a:bodyPr wrap="square" lIns="0" tIns="0" rIns="0" bIns="0" anchor="ctr">
            <a:normAutofit/>
          </a:bodyPr>
          <a:lstStyle>
            <a:defPPr algn="ctr">
              <a:defRPr sz="2850" b="1">
                <a:solidFill>
                  <a:srgbClr val="07192C"/>
                </a:solidFill>
                <a:latin typeface="Arial"/>
                <a:ea typeface="Arial"/>
                <a:cs typeface="Arial"/>
              </a:defRPr>
            </a:defPPr>
            <a:lvl1pPr algn="ctr">
              <a:defRPr sz="2850" b="1">
                <a:solidFill>
                  <a:srgbClr val="07192C"/>
                </a:solidFill>
                <a:latin typeface="Arial"/>
                <a:ea typeface="Arial"/>
                <a:cs typeface="Arial"/>
              </a:defRPr>
            </a:lvl1pPr>
            <a:lvl2pPr algn="ctr">
              <a:defRPr sz="2850" b="1">
                <a:solidFill>
                  <a:srgbClr val="07192C"/>
                </a:solidFill>
                <a:latin typeface="Arial"/>
                <a:ea typeface="Arial"/>
                <a:cs typeface="Arial"/>
              </a:defRPr>
            </a:lvl2pPr>
            <a:lvl3pPr algn="ctr">
              <a:defRPr sz="2850" b="1">
                <a:solidFill>
                  <a:srgbClr val="07192C"/>
                </a:solidFill>
                <a:latin typeface="Arial"/>
                <a:ea typeface="Arial"/>
                <a:cs typeface="Arial"/>
              </a:defRPr>
            </a:lvl3pPr>
            <a:lvl4pPr algn="ctr">
              <a:defRPr sz="2850" b="1">
                <a:solidFill>
                  <a:srgbClr val="07192C"/>
                </a:solidFill>
                <a:latin typeface="Arial"/>
                <a:ea typeface="Arial"/>
                <a:cs typeface="Arial"/>
              </a:defRPr>
            </a:lvl4pPr>
            <a:lvl5pPr algn="ctr">
              <a:defRPr sz="2850" b="1">
                <a:solidFill>
                  <a:srgbClr val="07192C"/>
                </a:solidFill>
                <a:latin typeface="Arial"/>
                <a:ea typeface="Arial"/>
                <a:cs typeface="Arial"/>
              </a:defRPr>
            </a:lvl5pPr>
            <a:lvl6pPr algn="ctr">
              <a:defRPr sz="2850" b="1">
                <a:solidFill>
                  <a:srgbClr val="07192C"/>
                </a:solidFill>
                <a:latin typeface="Arial"/>
                <a:ea typeface="Arial"/>
                <a:cs typeface="Arial"/>
              </a:defRPr>
            </a:lvl6pPr>
            <a:lvl7pPr algn="ctr">
              <a:defRPr sz="2850" b="1">
                <a:solidFill>
                  <a:srgbClr val="07192C"/>
                </a:solidFill>
                <a:latin typeface="Arial"/>
                <a:ea typeface="Arial"/>
                <a:cs typeface="Arial"/>
              </a:defRPr>
            </a:lvl7pPr>
            <a:lvl8pPr algn="ctr">
              <a:defRPr sz="2850" b="1">
                <a:solidFill>
                  <a:srgbClr val="07192C"/>
                </a:solidFill>
                <a:latin typeface="Arial"/>
                <a:ea typeface="Arial"/>
                <a:cs typeface="Arial"/>
              </a:defRPr>
            </a:lvl8pPr>
            <a:lvl9pPr algn="ctr">
              <a:defRPr sz="2850" b="1">
                <a:solidFill>
                  <a:srgbClr val="07192C"/>
                </a:solidFill>
                <a:latin typeface="Arial"/>
                <a:ea typeface="Arial"/>
                <a:cs typeface="Arial"/>
              </a:defRPr>
            </a:lvl9pPr>
          </a:lstStyle>
          <a:p>
            <a:pPr algn="ctr">
              <a:defRPr sz="2850" b="1">
                <a:solidFill>
                  <a:srgbClr val="07192C"/>
                </a:solidFill>
                <a:latin typeface="Arial"/>
                <a:ea typeface="Arial"/>
                <a:cs typeface="Arial"/>
              </a:defRPr>
            </a:pPr>
            <a:r>
              <a:rPr sz="2850" b="1">
                <a:solidFill>
                  <a:srgbClr val="07192C"/>
                </a:solidFill>
                <a:latin typeface="Arial"/>
                <a:ea typeface="Arial"/>
                <a:cs typeface="Arial"/>
              </a:rPr>
              <a:t>?</a:t>
            </a:r>
          </a:p>
        </p:txBody>
      </p:sp>
      <p:sp>
        <p:nvSpPr>
          <p:cNvPr id="17" name="矩形 16">
            <a:extLst>
              <a:ext uri="{FF2B5EF4-FFF2-40B4-BE49-F238E27FC236}">
                <a16:creationId xmlns:a16="http://schemas.microsoft.com/office/drawing/2014/main" id="{9C8C9435-996A-49D4-83F1-D0452A10C35E}"/>
              </a:ext>
            </a:extLst>
          </p:cNvPr>
          <p:cNvSpPr>
            <a:spLocks noGrp="1"/>
          </p:cNvSpPr>
          <p:nvPr/>
        </p:nvSpPr>
        <p:spPr>
          <a:xfrm>
            <a:off x="676275" y="5638800"/>
            <a:ext cx="9525000" cy="495300"/>
          </a:xfrm>
          <a:prstGeom prst="rect">
            <a:avLst/>
          </a:prstGeom>
          <a:noFill/>
          <a:ln w="0">
            <a:noFill/>
            <a:prstDash val="solid"/>
          </a:ln>
        </p:spPr>
        <p:txBody>
          <a:bodyPr wrap="square" lIns="0" tIns="0" rIns="0" bIns="0" anchor="ctr">
            <a:normAutofit/>
          </a:bodyPr>
          <a:lstStyle>
            <a:defPPr algn="l">
              <a:defRPr sz="2325" b="1">
                <a:solidFill>
                  <a:srgbClr val="BFF8ED"/>
                </a:solidFill>
                <a:latin typeface="Arial"/>
                <a:ea typeface="Arial"/>
                <a:cs typeface="Arial"/>
              </a:defRPr>
            </a:defPPr>
            <a:lvl1pPr algn="l">
              <a:defRPr sz="2325" b="1">
                <a:solidFill>
                  <a:srgbClr val="BFF8ED"/>
                </a:solidFill>
                <a:latin typeface="Arial"/>
                <a:ea typeface="Arial"/>
                <a:cs typeface="Arial"/>
              </a:defRPr>
            </a:lvl1pPr>
            <a:lvl2pPr algn="l">
              <a:defRPr sz="2325" b="1">
                <a:solidFill>
                  <a:srgbClr val="BFF8ED"/>
                </a:solidFill>
                <a:latin typeface="Arial"/>
                <a:ea typeface="Arial"/>
                <a:cs typeface="Arial"/>
              </a:defRPr>
            </a:lvl2pPr>
            <a:lvl3pPr algn="l">
              <a:defRPr sz="2325" b="1">
                <a:solidFill>
                  <a:srgbClr val="BFF8ED"/>
                </a:solidFill>
                <a:latin typeface="Arial"/>
                <a:ea typeface="Arial"/>
                <a:cs typeface="Arial"/>
              </a:defRPr>
            </a:lvl3pPr>
            <a:lvl4pPr algn="l">
              <a:defRPr sz="2325" b="1">
                <a:solidFill>
                  <a:srgbClr val="BFF8ED"/>
                </a:solidFill>
                <a:latin typeface="Arial"/>
                <a:ea typeface="Arial"/>
                <a:cs typeface="Arial"/>
              </a:defRPr>
            </a:lvl4pPr>
            <a:lvl5pPr algn="l">
              <a:defRPr sz="2325" b="1">
                <a:solidFill>
                  <a:srgbClr val="BFF8ED"/>
                </a:solidFill>
                <a:latin typeface="Arial"/>
                <a:ea typeface="Arial"/>
                <a:cs typeface="Arial"/>
              </a:defRPr>
            </a:lvl5pPr>
            <a:lvl6pPr algn="l">
              <a:defRPr sz="2325" b="1">
                <a:solidFill>
                  <a:srgbClr val="BFF8ED"/>
                </a:solidFill>
                <a:latin typeface="Arial"/>
                <a:ea typeface="Arial"/>
                <a:cs typeface="Arial"/>
              </a:defRPr>
            </a:lvl6pPr>
            <a:lvl7pPr algn="l">
              <a:defRPr sz="2325" b="1">
                <a:solidFill>
                  <a:srgbClr val="BFF8ED"/>
                </a:solidFill>
                <a:latin typeface="Arial"/>
                <a:ea typeface="Arial"/>
                <a:cs typeface="Arial"/>
              </a:defRPr>
            </a:lvl7pPr>
            <a:lvl8pPr algn="l">
              <a:defRPr sz="2325" b="1">
                <a:solidFill>
                  <a:srgbClr val="BFF8ED"/>
                </a:solidFill>
                <a:latin typeface="Arial"/>
                <a:ea typeface="Arial"/>
                <a:cs typeface="Arial"/>
              </a:defRPr>
            </a:lvl8pPr>
            <a:lvl9pPr algn="l">
              <a:defRPr sz="2325" b="1">
                <a:solidFill>
                  <a:srgbClr val="BFF8ED"/>
                </a:solidFill>
                <a:latin typeface="Arial"/>
                <a:ea typeface="Arial"/>
                <a:cs typeface="Arial"/>
              </a:defRPr>
            </a:lvl9pPr>
          </a:lstStyle>
          <a:p>
            <a:pPr algn="l">
              <a:defRPr sz="2325" b="1">
                <a:solidFill>
                  <a:srgbClr val="BFF8ED"/>
                </a:solidFill>
                <a:latin typeface="Arial"/>
                <a:ea typeface="Arial"/>
                <a:cs typeface="Arial"/>
              </a:defRPr>
            </a:pPr>
            <a:r>
              <a:rPr sz="2325" b="1">
                <a:solidFill>
                  <a:srgbClr val="BFF8ED"/>
                </a:solidFill>
                <a:latin typeface="Arial"/>
                <a:ea typeface="Arial"/>
                <a:cs typeface="Arial"/>
              </a:rPr>
              <a:t>A detour can move congestion to the next road.</a:t>
            </a:r>
          </a:p>
        </p:txBody>
      </p:sp>
      <p:sp>
        <p:nvSpPr>
          <p:cNvPr id="18" name="矩形 17">
            <a:extLst>
              <a:ext uri="{FF2B5EF4-FFF2-40B4-BE49-F238E27FC236}">
                <a16:creationId xmlns:a16="http://schemas.microsoft.com/office/drawing/2014/main" id="{E313E059-B6E4-4285-BB5E-05ACA16976EF}"/>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9" name="矩形 18">
            <a:extLst>
              <a:ext uri="{FF2B5EF4-FFF2-40B4-BE49-F238E27FC236}">
                <a16:creationId xmlns:a16="http://schemas.microsoft.com/office/drawing/2014/main" id="{71B5E601-13BB-42FF-B923-F4D0F1689711}"/>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02</a:t>
            </a:r>
          </a:p>
        </p:txBody>
      </p:sp>
    </p:spTree>
    <p:extLst>
      <p:ext uri="{BB962C8B-B14F-4D97-AF65-F5344CB8AC3E}">
        <p14:creationId xmlns:p14="http://schemas.microsoft.com/office/powerpoint/2010/main" val="867437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4F6E92B1-51E4-4597-BCB1-15825B134DEB}"/>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03</a:t>
            </a:r>
          </a:p>
        </p:txBody>
      </p:sp>
      <p:sp>
        <p:nvSpPr>
          <p:cNvPr id="2" name="矩形 1">
            <a:extLst>
              <a:ext uri="{FF2B5EF4-FFF2-40B4-BE49-F238E27FC236}">
                <a16:creationId xmlns:a16="http://schemas.microsoft.com/office/drawing/2014/main" id="{D892812E-BEFC-4594-A47F-6687FBCCF030}"/>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From bulletin to tested response</a:t>
            </a:r>
          </a:p>
        </p:txBody>
      </p:sp>
      <p:sp>
        <p:nvSpPr>
          <p:cNvPr id="3" name="矩形 2">
            <a:extLst>
              <a:ext uri="{FF2B5EF4-FFF2-40B4-BE49-F238E27FC236}">
                <a16:creationId xmlns:a16="http://schemas.microsoft.com/office/drawing/2014/main" id="{866EEFA1-37ED-4B8B-96B9-E77B964EAC2B}"/>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直線接點 3">
            <a:extLst>
              <a:ext uri="{FF2B5EF4-FFF2-40B4-BE49-F238E27FC236}">
                <a16:creationId xmlns:a16="http://schemas.microsoft.com/office/drawing/2014/main" id="{C0EEEF6D-5370-483F-ACA6-82C8BA57DF16}"/>
              </a:ext>
            </a:extLst>
          </p:cNvPr>
          <p:cNvSpPr>
            <a:spLocks noGrp="1"/>
          </p:cNvSpPr>
          <p:nvPr/>
        </p:nvSpPr>
        <p:spPr>
          <a:xfrm>
            <a:off x="1276350" y="3209925"/>
            <a:ext cx="8953500" cy="0"/>
          </a:xfrm>
          <a:prstGeom prst="line">
            <a:avLst/>
          </a:prstGeom>
          <a:noFill/>
          <a:ln w="66675">
            <a:solidFill>
              <a:srgbClr val="102E47"/>
            </a:solidFill>
            <a:prstDash val="solid"/>
          </a:ln>
        </p:spPr>
        <p:txBody>
          <a:bodyPr/>
          <a:lstStyle/>
          <a:p>
            <a:endParaRPr lang="zh-TW" altLang="en-US"/>
          </a:p>
        </p:txBody>
      </p:sp>
      <p:sp>
        <p:nvSpPr>
          <p:cNvPr id="5" name="橢圓 4">
            <a:extLst>
              <a:ext uri="{FF2B5EF4-FFF2-40B4-BE49-F238E27FC236}">
                <a16:creationId xmlns:a16="http://schemas.microsoft.com/office/drawing/2014/main" id="{052EDDB8-4982-46FA-8F4A-BF50E9EC0C01}"/>
              </a:ext>
            </a:extLst>
          </p:cNvPr>
          <p:cNvSpPr>
            <a:spLocks noGrp="1"/>
          </p:cNvSpPr>
          <p:nvPr/>
        </p:nvSpPr>
        <p:spPr>
          <a:xfrm>
            <a:off x="809625" y="2762250"/>
            <a:ext cx="933450" cy="933450"/>
          </a:xfrm>
          <a:prstGeom prst="ellipse">
            <a:avLst/>
          </a:prstGeom>
          <a:solidFill>
            <a:srgbClr val="25D6BE"/>
          </a:solidFill>
          <a:ln w="0">
            <a:noFill/>
            <a:prstDash val="solid"/>
          </a:ln>
        </p:spPr>
        <p:txBody>
          <a:bodyPr/>
          <a:lstStyle/>
          <a:p>
            <a:endParaRPr lang="zh-TW" altLang="en-US"/>
          </a:p>
        </p:txBody>
      </p:sp>
      <p:sp>
        <p:nvSpPr>
          <p:cNvPr id="6" name="矩形 5">
            <a:extLst>
              <a:ext uri="{FF2B5EF4-FFF2-40B4-BE49-F238E27FC236}">
                <a16:creationId xmlns:a16="http://schemas.microsoft.com/office/drawing/2014/main" id="{F28D1C0A-276D-4CDC-B884-84A523146792}"/>
              </a:ext>
            </a:extLst>
          </p:cNvPr>
          <p:cNvSpPr>
            <a:spLocks noGrp="1"/>
          </p:cNvSpPr>
          <p:nvPr/>
        </p:nvSpPr>
        <p:spPr>
          <a:xfrm>
            <a:off x="88582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01</a:t>
            </a:r>
          </a:p>
        </p:txBody>
      </p:sp>
      <p:sp>
        <p:nvSpPr>
          <p:cNvPr id="7" name="矩形 6">
            <a:extLst>
              <a:ext uri="{FF2B5EF4-FFF2-40B4-BE49-F238E27FC236}">
                <a16:creationId xmlns:a16="http://schemas.microsoft.com/office/drawing/2014/main" id="{0E35C0D7-0572-4E74-8EA5-D6152ECBF0ED}"/>
              </a:ext>
            </a:extLst>
          </p:cNvPr>
          <p:cNvSpPr>
            <a:spLocks noGrp="1"/>
          </p:cNvSpPr>
          <p:nvPr/>
        </p:nvSpPr>
        <p:spPr>
          <a:xfrm>
            <a:off x="54292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TD notice</a:t>
            </a:r>
          </a:p>
        </p:txBody>
      </p:sp>
      <p:sp>
        <p:nvSpPr>
          <p:cNvPr id="8" name="矩形 7">
            <a:extLst>
              <a:ext uri="{FF2B5EF4-FFF2-40B4-BE49-F238E27FC236}">
                <a16:creationId xmlns:a16="http://schemas.microsoft.com/office/drawing/2014/main" id="{CFC51299-3472-4AF2-885C-F21E21C235C0}"/>
              </a:ext>
            </a:extLst>
          </p:cNvPr>
          <p:cNvSpPr>
            <a:spLocks noGrp="1"/>
          </p:cNvSpPr>
          <p:nvPr/>
        </p:nvSpPr>
        <p:spPr>
          <a:xfrm>
            <a:off x="52387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Bilingual source</a:t>
            </a:r>
          </a:p>
        </p:txBody>
      </p:sp>
      <p:sp>
        <p:nvSpPr>
          <p:cNvPr id="9" name="橢圓 8">
            <a:extLst>
              <a:ext uri="{FF2B5EF4-FFF2-40B4-BE49-F238E27FC236}">
                <a16:creationId xmlns:a16="http://schemas.microsoft.com/office/drawing/2014/main" id="{4C30A0B1-941F-4ACC-845C-7A11BCF7E416}"/>
              </a:ext>
            </a:extLst>
          </p:cNvPr>
          <p:cNvSpPr>
            <a:spLocks noGrp="1"/>
          </p:cNvSpPr>
          <p:nvPr/>
        </p:nvSpPr>
        <p:spPr>
          <a:xfrm>
            <a:off x="3048000" y="2762250"/>
            <a:ext cx="933450" cy="933450"/>
          </a:xfrm>
          <a:prstGeom prst="ellipse">
            <a:avLst/>
          </a:prstGeom>
          <a:solidFill>
            <a:srgbClr val="25D6BE"/>
          </a:solidFill>
          <a:ln w="0">
            <a:noFill/>
            <a:prstDash val="solid"/>
          </a:ln>
        </p:spPr>
        <p:txBody>
          <a:bodyPr/>
          <a:lstStyle/>
          <a:p>
            <a:endParaRPr lang="zh-TW" altLang="en-US"/>
          </a:p>
        </p:txBody>
      </p:sp>
      <p:sp>
        <p:nvSpPr>
          <p:cNvPr id="10" name="矩形 9">
            <a:extLst>
              <a:ext uri="{FF2B5EF4-FFF2-40B4-BE49-F238E27FC236}">
                <a16:creationId xmlns:a16="http://schemas.microsoft.com/office/drawing/2014/main" id="{593F30E9-2028-40F1-AE0A-81F5BCEEE669}"/>
              </a:ext>
            </a:extLst>
          </p:cNvPr>
          <p:cNvSpPr>
            <a:spLocks noGrp="1"/>
          </p:cNvSpPr>
          <p:nvPr/>
        </p:nvSpPr>
        <p:spPr>
          <a:xfrm>
            <a:off x="3124200"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02</a:t>
            </a:r>
          </a:p>
        </p:txBody>
      </p:sp>
      <p:sp>
        <p:nvSpPr>
          <p:cNvPr id="11" name="矩形 10">
            <a:extLst>
              <a:ext uri="{FF2B5EF4-FFF2-40B4-BE49-F238E27FC236}">
                <a16:creationId xmlns:a16="http://schemas.microsoft.com/office/drawing/2014/main" id="{7ECD4282-7BB0-48F7-9AA2-1D7DD2E7AD2F}"/>
              </a:ext>
            </a:extLst>
          </p:cNvPr>
          <p:cNvSpPr>
            <a:spLocks noGrp="1"/>
          </p:cNvSpPr>
          <p:nvPr/>
        </p:nvSpPr>
        <p:spPr>
          <a:xfrm>
            <a:off x="2781300"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Reader</a:t>
            </a:r>
          </a:p>
        </p:txBody>
      </p:sp>
      <p:sp>
        <p:nvSpPr>
          <p:cNvPr id="12" name="矩形 11">
            <a:extLst>
              <a:ext uri="{FF2B5EF4-FFF2-40B4-BE49-F238E27FC236}">
                <a16:creationId xmlns:a16="http://schemas.microsoft.com/office/drawing/2014/main" id="{22A82E6D-BE5B-4ED9-8B08-407EA6F9AF8C}"/>
              </a:ext>
            </a:extLst>
          </p:cNvPr>
          <p:cNvSpPr>
            <a:spLocks noGrp="1"/>
          </p:cNvSpPr>
          <p:nvPr/>
        </p:nvSpPr>
        <p:spPr>
          <a:xfrm>
            <a:off x="2762250"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Local Qwen3:8b</a:t>
            </a:r>
          </a:p>
        </p:txBody>
      </p:sp>
      <p:sp>
        <p:nvSpPr>
          <p:cNvPr id="13" name="橢圓 12">
            <a:extLst>
              <a:ext uri="{FF2B5EF4-FFF2-40B4-BE49-F238E27FC236}">
                <a16:creationId xmlns:a16="http://schemas.microsoft.com/office/drawing/2014/main" id="{2CF7A17B-6D5A-45C9-A233-B77D3F258F84}"/>
              </a:ext>
            </a:extLst>
          </p:cNvPr>
          <p:cNvSpPr>
            <a:spLocks noGrp="1"/>
          </p:cNvSpPr>
          <p:nvPr/>
        </p:nvSpPr>
        <p:spPr>
          <a:xfrm>
            <a:off x="5286375" y="2762250"/>
            <a:ext cx="933450" cy="933450"/>
          </a:xfrm>
          <a:prstGeom prst="ellipse">
            <a:avLst/>
          </a:prstGeom>
          <a:solidFill>
            <a:srgbClr val="25D6BE"/>
          </a:solidFill>
          <a:ln w="0">
            <a:noFill/>
            <a:prstDash val="solid"/>
          </a:ln>
        </p:spPr>
        <p:txBody>
          <a:bodyPr/>
          <a:lstStyle/>
          <a:p>
            <a:endParaRPr lang="zh-TW" altLang="en-US"/>
          </a:p>
        </p:txBody>
      </p:sp>
      <p:sp>
        <p:nvSpPr>
          <p:cNvPr id="14" name="矩形 13">
            <a:extLst>
              <a:ext uri="{FF2B5EF4-FFF2-40B4-BE49-F238E27FC236}">
                <a16:creationId xmlns:a16="http://schemas.microsoft.com/office/drawing/2014/main" id="{467A0C29-E5DF-46D7-85DC-D4C4D81AF88B}"/>
              </a:ext>
            </a:extLst>
          </p:cNvPr>
          <p:cNvSpPr>
            <a:spLocks noGrp="1"/>
          </p:cNvSpPr>
          <p:nvPr/>
        </p:nvSpPr>
        <p:spPr>
          <a:xfrm>
            <a:off x="536257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03</a:t>
            </a:r>
          </a:p>
        </p:txBody>
      </p:sp>
      <p:sp>
        <p:nvSpPr>
          <p:cNvPr id="15" name="矩形 14">
            <a:extLst>
              <a:ext uri="{FF2B5EF4-FFF2-40B4-BE49-F238E27FC236}">
                <a16:creationId xmlns:a16="http://schemas.microsoft.com/office/drawing/2014/main" id="{859C92D8-12D3-4DC6-A8BA-E63F0DCF3924}"/>
              </a:ext>
            </a:extLst>
          </p:cNvPr>
          <p:cNvSpPr>
            <a:spLocks noGrp="1"/>
          </p:cNvSpPr>
          <p:nvPr/>
        </p:nvSpPr>
        <p:spPr>
          <a:xfrm>
            <a:off x="501967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Guardrails</a:t>
            </a:r>
          </a:p>
        </p:txBody>
      </p:sp>
      <p:sp>
        <p:nvSpPr>
          <p:cNvPr id="16" name="矩形 15">
            <a:extLst>
              <a:ext uri="{FF2B5EF4-FFF2-40B4-BE49-F238E27FC236}">
                <a16:creationId xmlns:a16="http://schemas.microsoft.com/office/drawing/2014/main" id="{714CF818-B5C8-4FFF-A6A4-C69084FD6BD1}"/>
              </a:ext>
            </a:extLst>
          </p:cNvPr>
          <p:cNvSpPr>
            <a:spLocks noGrp="1"/>
          </p:cNvSpPr>
          <p:nvPr/>
        </p:nvSpPr>
        <p:spPr>
          <a:xfrm>
            <a:off x="500062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Route + capacity</a:t>
            </a:r>
          </a:p>
        </p:txBody>
      </p:sp>
      <p:sp>
        <p:nvSpPr>
          <p:cNvPr id="17" name="橢圓 16">
            <a:extLst>
              <a:ext uri="{FF2B5EF4-FFF2-40B4-BE49-F238E27FC236}">
                <a16:creationId xmlns:a16="http://schemas.microsoft.com/office/drawing/2014/main" id="{9AB1CA94-1088-4296-B56B-9BCBCFF73750}"/>
              </a:ext>
            </a:extLst>
          </p:cNvPr>
          <p:cNvSpPr>
            <a:spLocks noGrp="1"/>
          </p:cNvSpPr>
          <p:nvPr/>
        </p:nvSpPr>
        <p:spPr>
          <a:xfrm>
            <a:off x="7524750" y="2762250"/>
            <a:ext cx="933450" cy="933450"/>
          </a:xfrm>
          <a:prstGeom prst="ellipse">
            <a:avLst/>
          </a:prstGeom>
          <a:solidFill>
            <a:srgbClr val="25D6BE"/>
          </a:solidFill>
          <a:ln w="0">
            <a:noFill/>
            <a:prstDash val="solid"/>
          </a:ln>
        </p:spPr>
        <p:txBody>
          <a:bodyPr/>
          <a:lstStyle/>
          <a:p>
            <a:endParaRPr lang="zh-TW" altLang="en-US"/>
          </a:p>
        </p:txBody>
      </p:sp>
      <p:sp>
        <p:nvSpPr>
          <p:cNvPr id="18" name="矩形 17">
            <a:extLst>
              <a:ext uri="{FF2B5EF4-FFF2-40B4-BE49-F238E27FC236}">
                <a16:creationId xmlns:a16="http://schemas.microsoft.com/office/drawing/2014/main" id="{2B20B40B-5B08-4784-B62E-72EB606E2850}"/>
              </a:ext>
            </a:extLst>
          </p:cNvPr>
          <p:cNvSpPr>
            <a:spLocks noGrp="1"/>
          </p:cNvSpPr>
          <p:nvPr/>
        </p:nvSpPr>
        <p:spPr>
          <a:xfrm>
            <a:off x="7600950"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04</a:t>
            </a:r>
          </a:p>
        </p:txBody>
      </p:sp>
      <p:sp>
        <p:nvSpPr>
          <p:cNvPr id="19" name="矩形 18">
            <a:extLst>
              <a:ext uri="{FF2B5EF4-FFF2-40B4-BE49-F238E27FC236}">
                <a16:creationId xmlns:a16="http://schemas.microsoft.com/office/drawing/2014/main" id="{D03D1620-B175-4C21-9739-8ABA29C69DF2}"/>
              </a:ext>
            </a:extLst>
          </p:cNvPr>
          <p:cNvSpPr>
            <a:spLocks noGrp="1"/>
          </p:cNvSpPr>
          <p:nvPr/>
        </p:nvSpPr>
        <p:spPr>
          <a:xfrm>
            <a:off x="7258050"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Simulator</a:t>
            </a:r>
          </a:p>
        </p:txBody>
      </p:sp>
      <p:sp>
        <p:nvSpPr>
          <p:cNvPr id="20" name="矩形 19">
            <a:extLst>
              <a:ext uri="{FF2B5EF4-FFF2-40B4-BE49-F238E27FC236}">
                <a16:creationId xmlns:a16="http://schemas.microsoft.com/office/drawing/2014/main" id="{78529241-66FE-46A8-B980-24F45ACBED5B}"/>
              </a:ext>
            </a:extLst>
          </p:cNvPr>
          <p:cNvSpPr>
            <a:spLocks noGrp="1"/>
          </p:cNvSpPr>
          <p:nvPr/>
        </p:nvSpPr>
        <p:spPr>
          <a:xfrm>
            <a:off x="7239000"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Seeded SUMO</a:t>
            </a:r>
          </a:p>
        </p:txBody>
      </p:sp>
      <p:sp>
        <p:nvSpPr>
          <p:cNvPr id="21" name="橢圓 20">
            <a:extLst>
              <a:ext uri="{FF2B5EF4-FFF2-40B4-BE49-F238E27FC236}">
                <a16:creationId xmlns:a16="http://schemas.microsoft.com/office/drawing/2014/main" id="{E94BC7E0-EE7D-4644-8360-5C7D4F36E2A5}"/>
              </a:ext>
            </a:extLst>
          </p:cNvPr>
          <p:cNvSpPr>
            <a:spLocks noGrp="1"/>
          </p:cNvSpPr>
          <p:nvPr/>
        </p:nvSpPr>
        <p:spPr>
          <a:xfrm>
            <a:off x="9763125" y="2762250"/>
            <a:ext cx="933450" cy="933450"/>
          </a:xfrm>
          <a:prstGeom prst="ellipse">
            <a:avLst/>
          </a:prstGeom>
          <a:solidFill>
            <a:srgbClr val="FF806E"/>
          </a:solidFill>
          <a:ln w="0">
            <a:noFill/>
            <a:prstDash val="solid"/>
          </a:ln>
        </p:spPr>
        <p:txBody>
          <a:bodyPr/>
          <a:lstStyle/>
          <a:p>
            <a:endParaRPr lang="zh-TW" altLang="en-US"/>
          </a:p>
        </p:txBody>
      </p:sp>
      <p:sp>
        <p:nvSpPr>
          <p:cNvPr id="22" name="矩形 21">
            <a:extLst>
              <a:ext uri="{FF2B5EF4-FFF2-40B4-BE49-F238E27FC236}">
                <a16:creationId xmlns:a16="http://schemas.microsoft.com/office/drawing/2014/main" id="{330FD425-43C3-4424-AD39-E9D1527CDF1C}"/>
              </a:ext>
            </a:extLst>
          </p:cNvPr>
          <p:cNvSpPr>
            <a:spLocks noGrp="1"/>
          </p:cNvSpPr>
          <p:nvPr/>
        </p:nvSpPr>
        <p:spPr>
          <a:xfrm>
            <a:off x="983932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05</a:t>
            </a:r>
          </a:p>
        </p:txBody>
      </p:sp>
      <p:sp>
        <p:nvSpPr>
          <p:cNvPr id="23" name="矩形 22">
            <a:extLst>
              <a:ext uri="{FF2B5EF4-FFF2-40B4-BE49-F238E27FC236}">
                <a16:creationId xmlns:a16="http://schemas.microsoft.com/office/drawing/2014/main" id="{F8FFE3B3-302A-4662-A0DB-12B9D9A8E6F9}"/>
              </a:ext>
            </a:extLst>
          </p:cNvPr>
          <p:cNvSpPr>
            <a:spLocks noGrp="1"/>
          </p:cNvSpPr>
          <p:nvPr/>
        </p:nvSpPr>
        <p:spPr>
          <a:xfrm>
            <a:off x="949642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Operator</a:t>
            </a:r>
          </a:p>
        </p:txBody>
      </p:sp>
      <p:sp>
        <p:nvSpPr>
          <p:cNvPr id="24" name="矩形 23">
            <a:extLst>
              <a:ext uri="{FF2B5EF4-FFF2-40B4-BE49-F238E27FC236}">
                <a16:creationId xmlns:a16="http://schemas.microsoft.com/office/drawing/2014/main" id="{7CA97B70-456B-4FB8-BFDE-1865C0901626}"/>
              </a:ext>
            </a:extLst>
          </p:cNvPr>
          <p:cNvSpPr>
            <a:spLocks noGrp="1"/>
          </p:cNvSpPr>
          <p:nvPr/>
        </p:nvSpPr>
        <p:spPr>
          <a:xfrm>
            <a:off x="947737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Review + approval</a:t>
            </a:r>
          </a:p>
        </p:txBody>
      </p:sp>
      <p:sp>
        <p:nvSpPr>
          <p:cNvPr id="25" name="矩形 24">
            <a:extLst>
              <a:ext uri="{FF2B5EF4-FFF2-40B4-BE49-F238E27FC236}">
                <a16:creationId xmlns:a16="http://schemas.microsoft.com/office/drawing/2014/main" id="{89C08FA1-8053-4992-AA7E-E46256C27432}"/>
              </a:ext>
            </a:extLst>
          </p:cNvPr>
          <p:cNvSpPr>
            <a:spLocks noGrp="1"/>
          </p:cNvSpPr>
          <p:nvPr/>
        </p:nvSpPr>
        <p:spPr>
          <a:xfrm>
            <a:off x="838200" y="5648325"/>
            <a:ext cx="2952750" cy="523875"/>
          </a:xfrm>
          <a:prstGeom prst="rect">
            <a:avLst/>
          </a:prstGeom>
          <a:noFill/>
          <a:ln w="0">
            <a:noFill/>
            <a:prstDash val="solid"/>
          </a:ln>
        </p:spPr>
        <p:txBody>
          <a:bodyPr wrap="square" lIns="0" tIns="0" rIns="0" bIns="0" anchor="ctr">
            <a:normAutofit/>
          </a:bodyPr>
          <a:lstStyle>
            <a:defPPr algn="l">
              <a:defRPr sz="2475" b="1">
                <a:solidFill>
                  <a:srgbClr val="F6FBFD"/>
                </a:solidFill>
                <a:latin typeface="Arial"/>
                <a:ea typeface="Arial"/>
                <a:cs typeface="Arial"/>
              </a:defRPr>
            </a:defPPr>
            <a:lvl1pPr algn="l">
              <a:defRPr sz="2475" b="1">
                <a:solidFill>
                  <a:srgbClr val="F6FBFD"/>
                </a:solidFill>
                <a:latin typeface="Arial"/>
                <a:ea typeface="Arial"/>
                <a:cs typeface="Arial"/>
              </a:defRPr>
            </a:lvl1pPr>
            <a:lvl2pPr algn="l">
              <a:defRPr sz="2475" b="1">
                <a:solidFill>
                  <a:srgbClr val="F6FBFD"/>
                </a:solidFill>
                <a:latin typeface="Arial"/>
                <a:ea typeface="Arial"/>
                <a:cs typeface="Arial"/>
              </a:defRPr>
            </a:lvl2pPr>
            <a:lvl3pPr algn="l">
              <a:defRPr sz="2475" b="1">
                <a:solidFill>
                  <a:srgbClr val="F6FBFD"/>
                </a:solidFill>
                <a:latin typeface="Arial"/>
                <a:ea typeface="Arial"/>
                <a:cs typeface="Arial"/>
              </a:defRPr>
            </a:lvl3pPr>
            <a:lvl4pPr algn="l">
              <a:defRPr sz="2475" b="1">
                <a:solidFill>
                  <a:srgbClr val="F6FBFD"/>
                </a:solidFill>
                <a:latin typeface="Arial"/>
                <a:ea typeface="Arial"/>
                <a:cs typeface="Arial"/>
              </a:defRPr>
            </a:lvl4pPr>
            <a:lvl5pPr algn="l">
              <a:defRPr sz="2475" b="1">
                <a:solidFill>
                  <a:srgbClr val="F6FBFD"/>
                </a:solidFill>
                <a:latin typeface="Arial"/>
                <a:ea typeface="Arial"/>
                <a:cs typeface="Arial"/>
              </a:defRPr>
            </a:lvl5pPr>
            <a:lvl6pPr algn="l">
              <a:defRPr sz="2475" b="1">
                <a:solidFill>
                  <a:srgbClr val="F6FBFD"/>
                </a:solidFill>
                <a:latin typeface="Arial"/>
                <a:ea typeface="Arial"/>
                <a:cs typeface="Arial"/>
              </a:defRPr>
            </a:lvl6pPr>
            <a:lvl7pPr algn="l">
              <a:defRPr sz="2475" b="1">
                <a:solidFill>
                  <a:srgbClr val="F6FBFD"/>
                </a:solidFill>
                <a:latin typeface="Arial"/>
                <a:ea typeface="Arial"/>
                <a:cs typeface="Arial"/>
              </a:defRPr>
            </a:lvl7pPr>
            <a:lvl8pPr algn="l">
              <a:defRPr sz="2475" b="1">
                <a:solidFill>
                  <a:srgbClr val="F6FBFD"/>
                </a:solidFill>
                <a:latin typeface="Arial"/>
                <a:ea typeface="Arial"/>
                <a:cs typeface="Arial"/>
              </a:defRPr>
            </a:lvl8pPr>
            <a:lvl9pPr algn="l">
              <a:defRPr sz="2475" b="1">
                <a:solidFill>
                  <a:srgbClr val="F6FBFD"/>
                </a:solidFill>
                <a:latin typeface="Arial"/>
                <a:ea typeface="Arial"/>
                <a:cs typeface="Arial"/>
              </a:defRPr>
            </a:lvl9pPr>
          </a:lstStyle>
          <a:p>
            <a:pPr algn="l">
              <a:defRPr sz="2475" b="1">
                <a:solidFill>
                  <a:srgbClr val="F6FBFD"/>
                </a:solidFill>
                <a:latin typeface="Arial"/>
                <a:ea typeface="Arial"/>
                <a:cs typeface="Arial"/>
              </a:defRPr>
            </a:pPr>
            <a:r>
              <a:rPr sz="2475" b="1">
                <a:solidFill>
                  <a:srgbClr val="F6FBFD"/>
                </a:solidFill>
                <a:latin typeface="Arial"/>
                <a:ea typeface="Arial"/>
                <a:cs typeface="Arial"/>
              </a:rPr>
              <a:t>AI proposes</a:t>
            </a:r>
          </a:p>
        </p:txBody>
      </p:sp>
      <p:sp>
        <p:nvSpPr>
          <p:cNvPr id="26" name="矩形 25">
            <a:extLst>
              <a:ext uri="{FF2B5EF4-FFF2-40B4-BE49-F238E27FC236}">
                <a16:creationId xmlns:a16="http://schemas.microsoft.com/office/drawing/2014/main" id="{63C7EFB0-AB89-4FD3-961C-F6E6430CABDA}"/>
              </a:ext>
            </a:extLst>
          </p:cNvPr>
          <p:cNvSpPr>
            <a:spLocks noGrp="1"/>
          </p:cNvSpPr>
          <p:nvPr/>
        </p:nvSpPr>
        <p:spPr>
          <a:xfrm>
            <a:off x="4410075" y="5648325"/>
            <a:ext cx="3810000" cy="523875"/>
          </a:xfrm>
          <a:prstGeom prst="rect">
            <a:avLst/>
          </a:prstGeom>
          <a:noFill/>
          <a:ln w="0">
            <a:noFill/>
            <a:prstDash val="solid"/>
          </a:ln>
        </p:spPr>
        <p:txBody>
          <a:bodyPr wrap="square" lIns="0" tIns="0" rIns="0" bIns="0" anchor="ctr">
            <a:normAutofit/>
          </a:bodyPr>
          <a:lstStyle>
            <a:defPPr algn="ctr">
              <a:defRPr sz="2475" b="1">
                <a:solidFill>
                  <a:srgbClr val="BFF8ED"/>
                </a:solidFill>
                <a:latin typeface="Arial"/>
                <a:ea typeface="Arial"/>
                <a:cs typeface="Arial"/>
              </a:defRPr>
            </a:defPPr>
            <a:lvl1pPr algn="ctr">
              <a:defRPr sz="2475" b="1">
                <a:solidFill>
                  <a:srgbClr val="BFF8ED"/>
                </a:solidFill>
                <a:latin typeface="Arial"/>
                <a:ea typeface="Arial"/>
                <a:cs typeface="Arial"/>
              </a:defRPr>
            </a:lvl1pPr>
            <a:lvl2pPr algn="ctr">
              <a:defRPr sz="2475" b="1">
                <a:solidFill>
                  <a:srgbClr val="BFF8ED"/>
                </a:solidFill>
                <a:latin typeface="Arial"/>
                <a:ea typeface="Arial"/>
                <a:cs typeface="Arial"/>
              </a:defRPr>
            </a:lvl2pPr>
            <a:lvl3pPr algn="ctr">
              <a:defRPr sz="2475" b="1">
                <a:solidFill>
                  <a:srgbClr val="BFF8ED"/>
                </a:solidFill>
                <a:latin typeface="Arial"/>
                <a:ea typeface="Arial"/>
                <a:cs typeface="Arial"/>
              </a:defRPr>
            </a:lvl3pPr>
            <a:lvl4pPr algn="ctr">
              <a:defRPr sz="2475" b="1">
                <a:solidFill>
                  <a:srgbClr val="BFF8ED"/>
                </a:solidFill>
                <a:latin typeface="Arial"/>
                <a:ea typeface="Arial"/>
                <a:cs typeface="Arial"/>
              </a:defRPr>
            </a:lvl4pPr>
            <a:lvl5pPr algn="ctr">
              <a:defRPr sz="2475" b="1">
                <a:solidFill>
                  <a:srgbClr val="BFF8ED"/>
                </a:solidFill>
                <a:latin typeface="Arial"/>
                <a:ea typeface="Arial"/>
                <a:cs typeface="Arial"/>
              </a:defRPr>
            </a:lvl5pPr>
            <a:lvl6pPr algn="ctr">
              <a:defRPr sz="2475" b="1">
                <a:solidFill>
                  <a:srgbClr val="BFF8ED"/>
                </a:solidFill>
                <a:latin typeface="Arial"/>
                <a:ea typeface="Arial"/>
                <a:cs typeface="Arial"/>
              </a:defRPr>
            </a:lvl6pPr>
            <a:lvl7pPr algn="ctr">
              <a:defRPr sz="2475" b="1">
                <a:solidFill>
                  <a:srgbClr val="BFF8ED"/>
                </a:solidFill>
                <a:latin typeface="Arial"/>
                <a:ea typeface="Arial"/>
                <a:cs typeface="Arial"/>
              </a:defRPr>
            </a:lvl7pPr>
            <a:lvl8pPr algn="ctr">
              <a:defRPr sz="2475" b="1">
                <a:solidFill>
                  <a:srgbClr val="BFF8ED"/>
                </a:solidFill>
                <a:latin typeface="Arial"/>
                <a:ea typeface="Arial"/>
                <a:cs typeface="Arial"/>
              </a:defRPr>
            </a:lvl8pPr>
            <a:lvl9pPr algn="ctr">
              <a:defRPr sz="2475" b="1">
                <a:solidFill>
                  <a:srgbClr val="BFF8ED"/>
                </a:solidFill>
                <a:latin typeface="Arial"/>
                <a:ea typeface="Arial"/>
                <a:cs typeface="Arial"/>
              </a:defRPr>
            </a:lvl9pPr>
          </a:lstStyle>
          <a:p>
            <a:pPr algn="ctr">
              <a:defRPr sz="2475" b="1">
                <a:solidFill>
                  <a:srgbClr val="BFF8ED"/>
                </a:solidFill>
                <a:latin typeface="Arial"/>
                <a:ea typeface="Arial"/>
                <a:cs typeface="Arial"/>
              </a:defRPr>
            </a:pPr>
            <a:r>
              <a:rPr sz="2475" b="1">
                <a:solidFill>
                  <a:srgbClr val="BFF8ED"/>
                </a:solidFill>
                <a:latin typeface="Arial"/>
                <a:ea typeface="Arial"/>
                <a:cs typeface="Arial"/>
              </a:rPr>
              <a:t>Simulation measures</a:t>
            </a:r>
          </a:p>
        </p:txBody>
      </p:sp>
      <p:sp>
        <p:nvSpPr>
          <p:cNvPr id="27" name="矩形 26">
            <a:extLst>
              <a:ext uri="{FF2B5EF4-FFF2-40B4-BE49-F238E27FC236}">
                <a16:creationId xmlns:a16="http://schemas.microsoft.com/office/drawing/2014/main" id="{08D12ECB-9769-4E4A-857C-BB91AE32E5F1}"/>
              </a:ext>
            </a:extLst>
          </p:cNvPr>
          <p:cNvSpPr>
            <a:spLocks noGrp="1"/>
          </p:cNvSpPr>
          <p:nvPr/>
        </p:nvSpPr>
        <p:spPr>
          <a:xfrm>
            <a:off x="8582025" y="5648325"/>
            <a:ext cx="2971800" cy="523875"/>
          </a:xfrm>
          <a:prstGeom prst="rect">
            <a:avLst/>
          </a:prstGeom>
          <a:noFill/>
          <a:ln w="0">
            <a:noFill/>
            <a:prstDash val="solid"/>
          </a:ln>
        </p:spPr>
        <p:txBody>
          <a:bodyPr wrap="square" lIns="0" tIns="0" rIns="0" bIns="0" anchor="ctr">
            <a:normAutofit/>
          </a:bodyPr>
          <a:lstStyle>
            <a:defPPr algn="r">
              <a:defRPr sz="2475" b="1">
                <a:solidFill>
                  <a:srgbClr val="F6FBFD"/>
                </a:solidFill>
                <a:latin typeface="Arial"/>
                <a:ea typeface="Arial"/>
                <a:cs typeface="Arial"/>
              </a:defRPr>
            </a:defPPr>
            <a:lvl1pPr algn="r">
              <a:defRPr sz="2475" b="1">
                <a:solidFill>
                  <a:srgbClr val="F6FBFD"/>
                </a:solidFill>
                <a:latin typeface="Arial"/>
                <a:ea typeface="Arial"/>
                <a:cs typeface="Arial"/>
              </a:defRPr>
            </a:lvl1pPr>
            <a:lvl2pPr algn="r">
              <a:defRPr sz="2475" b="1">
                <a:solidFill>
                  <a:srgbClr val="F6FBFD"/>
                </a:solidFill>
                <a:latin typeface="Arial"/>
                <a:ea typeface="Arial"/>
                <a:cs typeface="Arial"/>
              </a:defRPr>
            </a:lvl2pPr>
            <a:lvl3pPr algn="r">
              <a:defRPr sz="2475" b="1">
                <a:solidFill>
                  <a:srgbClr val="F6FBFD"/>
                </a:solidFill>
                <a:latin typeface="Arial"/>
                <a:ea typeface="Arial"/>
                <a:cs typeface="Arial"/>
              </a:defRPr>
            </a:lvl3pPr>
            <a:lvl4pPr algn="r">
              <a:defRPr sz="2475" b="1">
                <a:solidFill>
                  <a:srgbClr val="F6FBFD"/>
                </a:solidFill>
                <a:latin typeface="Arial"/>
                <a:ea typeface="Arial"/>
                <a:cs typeface="Arial"/>
              </a:defRPr>
            </a:lvl4pPr>
            <a:lvl5pPr algn="r">
              <a:defRPr sz="2475" b="1">
                <a:solidFill>
                  <a:srgbClr val="F6FBFD"/>
                </a:solidFill>
                <a:latin typeface="Arial"/>
                <a:ea typeface="Arial"/>
                <a:cs typeface="Arial"/>
              </a:defRPr>
            </a:lvl5pPr>
            <a:lvl6pPr algn="r">
              <a:defRPr sz="2475" b="1">
                <a:solidFill>
                  <a:srgbClr val="F6FBFD"/>
                </a:solidFill>
                <a:latin typeface="Arial"/>
                <a:ea typeface="Arial"/>
                <a:cs typeface="Arial"/>
              </a:defRPr>
            </a:lvl6pPr>
            <a:lvl7pPr algn="r">
              <a:defRPr sz="2475" b="1">
                <a:solidFill>
                  <a:srgbClr val="F6FBFD"/>
                </a:solidFill>
                <a:latin typeface="Arial"/>
                <a:ea typeface="Arial"/>
                <a:cs typeface="Arial"/>
              </a:defRPr>
            </a:lvl7pPr>
            <a:lvl8pPr algn="r">
              <a:defRPr sz="2475" b="1">
                <a:solidFill>
                  <a:srgbClr val="F6FBFD"/>
                </a:solidFill>
                <a:latin typeface="Arial"/>
                <a:ea typeface="Arial"/>
                <a:cs typeface="Arial"/>
              </a:defRPr>
            </a:lvl8pPr>
            <a:lvl9pPr algn="r">
              <a:defRPr sz="2475" b="1">
                <a:solidFill>
                  <a:srgbClr val="F6FBFD"/>
                </a:solidFill>
                <a:latin typeface="Arial"/>
                <a:ea typeface="Arial"/>
                <a:cs typeface="Arial"/>
              </a:defRPr>
            </a:lvl9pPr>
          </a:lstStyle>
          <a:p>
            <a:pPr algn="r">
              <a:defRPr sz="2475" b="1">
                <a:solidFill>
                  <a:srgbClr val="F6FBFD"/>
                </a:solidFill>
                <a:latin typeface="Arial"/>
                <a:ea typeface="Arial"/>
                <a:cs typeface="Arial"/>
              </a:defRPr>
            </a:pPr>
            <a:r>
              <a:rPr sz="2475" b="1">
                <a:solidFill>
                  <a:srgbClr val="F6FBFD"/>
                </a:solidFill>
                <a:latin typeface="Arial"/>
                <a:ea typeface="Arial"/>
                <a:cs typeface="Arial"/>
              </a:rPr>
              <a:t>Operator decides</a:t>
            </a:r>
          </a:p>
        </p:txBody>
      </p:sp>
      <p:sp>
        <p:nvSpPr>
          <p:cNvPr id="28" name="矩形 27">
            <a:extLst>
              <a:ext uri="{FF2B5EF4-FFF2-40B4-BE49-F238E27FC236}">
                <a16:creationId xmlns:a16="http://schemas.microsoft.com/office/drawing/2014/main" id="{B6E754F8-EC97-4859-81CE-274B449390B2}"/>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29" name="矩形 28">
            <a:extLst>
              <a:ext uri="{FF2B5EF4-FFF2-40B4-BE49-F238E27FC236}">
                <a16:creationId xmlns:a16="http://schemas.microsoft.com/office/drawing/2014/main" id="{2DF20D07-C36B-4517-A8DE-B393E63FA1E3}"/>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03</a:t>
            </a:r>
          </a:p>
        </p:txBody>
      </p:sp>
    </p:spTree>
    <p:extLst>
      <p:ext uri="{BB962C8B-B14F-4D97-AF65-F5344CB8AC3E}">
        <p14:creationId xmlns:p14="http://schemas.microsoft.com/office/powerpoint/2010/main" val="697514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DEA4305A-8E80-4F92-8B8A-080633705EFC}"/>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04</a:t>
            </a:r>
          </a:p>
        </p:txBody>
      </p:sp>
      <p:sp>
        <p:nvSpPr>
          <p:cNvPr id="2" name="矩形 1">
            <a:extLst>
              <a:ext uri="{FF2B5EF4-FFF2-40B4-BE49-F238E27FC236}">
                <a16:creationId xmlns:a16="http://schemas.microsoft.com/office/drawing/2014/main" id="{74E7DED0-C789-4F51-82CB-2D9BACCA8C8D}"/>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The Reader turns a notice into incident data</a:t>
            </a:r>
          </a:p>
        </p:txBody>
      </p:sp>
      <p:sp>
        <p:nvSpPr>
          <p:cNvPr id="3" name="矩形 2">
            <a:extLst>
              <a:ext uri="{FF2B5EF4-FFF2-40B4-BE49-F238E27FC236}">
                <a16:creationId xmlns:a16="http://schemas.microsoft.com/office/drawing/2014/main" id="{E8305CFF-FFAB-4061-82C1-BEFCCBDD4AB4}"/>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矩形 3">
            <a:extLst>
              <a:ext uri="{FF2B5EF4-FFF2-40B4-BE49-F238E27FC236}">
                <a16:creationId xmlns:a16="http://schemas.microsoft.com/office/drawing/2014/main" id="{94F30430-5895-4AC7-BAB4-64BE803FDEC4}"/>
              </a:ext>
            </a:extLst>
          </p:cNvPr>
          <p:cNvSpPr>
            <a:spLocks noGrp="1"/>
          </p:cNvSpPr>
          <p:nvPr/>
        </p:nvSpPr>
        <p:spPr>
          <a:xfrm>
            <a:off x="638175" y="2324100"/>
            <a:ext cx="4076700" cy="723900"/>
          </a:xfrm>
          <a:prstGeom prst="rect">
            <a:avLst/>
          </a:prstGeom>
          <a:noFill/>
          <a:ln w="0">
            <a:noFill/>
            <a:prstDash val="solid"/>
          </a:ln>
        </p:spPr>
        <p:txBody>
          <a:bodyPr wrap="square" lIns="0" tIns="0" rIns="0" bIns="0" anchor="ctr">
            <a:normAutofit/>
          </a:bodyPr>
          <a:lstStyle>
            <a:defPPr algn="l">
              <a:defRPr sz="2550" b="1">
                <a:solidFill>
                  <a:srgbClr val="112237"/>
                </a:solidFill>
                <a:latin typeface="Arial"/>
                <a:ea typeface="Arial"/>
                <a:cs typeface="Arial"/>
              </a:defRPr>
            </a:defPPr>
            <a:lvl1pPr algn="l">
              <a:defRPr sz="2550" b="1">
                <a:solidFill>
                  <a:srgbClr val="112237"/>
                </a:solidFill>
                <a:latin typeface="Arial"/>
                <a:ea typeface="Arial"/>
                <a:cs typeface="Arial"/>
              </a:defRPr>
            </a:lvl1pPr>
            <a:lvl2pPr algn="l">
              <a:defRPr sz="2550" b="1">
                <a:solidFill>
                  <a:srgbClr val="112237"/>
                </a:solidFill>
                <a:latin typeface="Arial"/>
                <a:ea typeface="Arial"/>
                <a:cs typeface="Arial"/>
              </a:defRPr>
            </a:lvl2pPr>
            <a:lvl3pPr algn="l">
              <a:defRPr sz="2550" b="1">
                <a:solidFill>
                  <a:srgbClr val="112237"/>
                </a:solidFill>
                <a:latin typeface="Arial"/>
                <a:ea typeface="Arial"/>
                <a:cs typeface="Arial"/>
              </a:defRPr>
            </a:lvl3pPr>
            <a:lvl4pPr algn="l">
              <a:defRPr sz="2550" b="1">
                <a:solidFill>
                  <a:srgbClr val="112237"/>
                </a:solidFill>
                <a:latin typeface="Arial"/>
                <a:ea typeface="Arial"/>
                <a:cs typeface="Arial"/>
              </a:defRPr>
            </a:lvl4pPr>
            <a:lvl5pPr algn="l">
              <a:defRPr sz="2550" b="1">
                <a:solidFill>
                  <a:srgbClr val="112237"/>
                </a:solidFill>
                <a:latin typeface="Arial"/>
                <a:ea typeface="Arial"/>
                <a:cs typeface="Arial"/>
              </a:defRPr>
            </a:lvl5pPr>
            <a:lvl6pPr algn="l">
              <a:defRPr sz="2550" b="1">
                <a:solidFill>
                  <a:srgbClr val="112237"/>
                </a:solidFill>
                <a:latin typeface="Arial"/>
                <a:ea typeface="Arial"/>
                <a:cs typeface="Arial"/>
              </a:defRPr>
            </a:lvl6pPr>
            <a:lvl7pPr algn="l">
              <a:defRPr sz="2550" b="1">
                <a:solidFill>
                  <a:srgbClr val="112237"/>
                </a:solidFill>
                <a:latin typeface="Arial"/>
                <a:ea typeface="Arial"/>
                <a:cs typeface="Arial"/>
              </a:defRPr>
            </a:lvl7pPr>
            <a:lvl8pPr algn="l">
              <a:defRPr sz="2550" b="1">
                <a:solidFill>
                  <a:srgbClr val="112237"/>
                </a:solidFill>
                <a:latin typeface="Arial"/>
                <a:ea typeface="Arial"/>
                <a:cs typeface="Arial"/>
              </a:defRPr>
            </a:lvl8pPr>
            <a:lvl9pPr algn="l">
              <a:defRPr sz="2550" b="1">
                <a:solidFill>
                  <a:srgbClr val="112237"/>
                </a:solidFill>
                <a:latin typeface="Arial"/>
                <a:ea typeface="Arial"/>
                <a:cs typeface="Arial"/>
              </a:defRPr>
            </a:lvl9pPr>
          </a:lstStyle>
          <a:p>
            <a:pPr algn="l">
              <a:defRPr sz="2550" b="1">
                <a:solidFill>
                  <a:srgbClr val="112237"/>
                </a:solidFill>
                <a:latin typeface="Arial"/>
                <a:ea typeface="Arial"/>
                <a:cs typeface="Arial"/>
              </a:defRPr>
            </a:pPr>
            <a:r>
              <a:rPr sz="2550" b="1">
                <a:solidFill>
                  <a:srgbClr val="112237"/>
                </a:solidFill>
                <a:latin typeface="Arial"/>
                <a:ea typeface="Arial"/>
                <a:cs typeface="Arial"/>
              </a:rPr>
              <a:t>“part of the lanes”</a:t>
            </a:r>
          </a:p>
        </p:txBody>
      </p:sp>
      <p:sp>
        <p:nvSpPr>
          <p:cNvPr id="5" name="矩形 4">
            <a:extLst>
              <a:ext uri="{FF2B5EF4-FFF2-40B4-BE49-F238E27FC236}">
                <a16:creationId xmlns:a16="http://schemas.microsoft.com/office/drawing/2014/main" id="{A4D44A36-C49A-4B8C-BCF4-6BA6F085A926}"/>
              </a:ext>
            </a:extLst>
          </p:cNvPr>
          <p:cNvSpPr>
            <a:spLocks noGrp="1"/>
          </p:cNvSpPr>
          <p:nvPr/>
        </p:nvSpPr>
        <p:spPr>
          <a:xfrm>
            <a:off x="638175" y="3419475"/>
            <a:ext cx="3876675" cy="400050"/>
          </a:xfrm>
          <a:prstGeom prst="rect">
            <a:avLst/>
          </a:prstGeom>
          <a:noFill/>
          <a:ln w="0">
            <a:noFill/>
            <a:prstDash val="solid"/>
          </a:ln>
        </p:spPr>
        <p:txBody>
          <a:bodyPr wrap="square" lIns="0" tIns="0" rIns="0" bIns="0" anchor="ctr">
            <a:normAutofit/>
          </a:bodyPr>
          <a:lstStyle>
            <a:defPPr algn="l">
              <a:defRPr sz="1875" b="0">
                <a:solidFill>
                  <a:srgbClr val="668095"/>
                </a:solidFill>
                <a:latin typeface="Arial"/>
                <a:ea typeface="Arial"/>
                <a:cs typeface="Arial"/>
              </a:defRPr>
            </a:defPPr>
            <a:lvl1pPr algn="l">
              <a:defRPr sz="1875" b="0">
                <a:solidFill>
                  <a:srgbClr val="668095"/>
                </a:solidFill>
                <a:latin typeface="Arial"/>
                <a:ea typeface="Arial"/>
                <a:cs typeface="Arial"/>
              </a:defRPr>
            </a:lvl1pPr>
            <a:lvl2pPr algn="l">
              <a:defRPr sz="1875" b="0">
                <a:solidFill>
                  <a:srgbClr val="668095"/>
                </a:solidFill>
                <a:latin typeface="Arial"/>
                <a:ea typeface="Arial"/>
                <a:cs typeface="Arial"/>
              </a:defRPr>
            </a:lvl2pPr>
            <a:lvl3pPr algn="l">
              <a:defRPr sz="1875" b="0">
                <a:solidFill>
                  <a:srgbClr val="668095"/>
                </a:solidFill>
                <a:latin typeface="Arial"/>
                <a:ea typeface="Arial"/>
                <a:cs typeface="Arial"/>
              </a:defRPr>
            </a:lvl3pPr>
            <a:lvl4pPr algn="l">
              <a:defRPr sz="1875" b="0">
                <a:solidFill>
                  <a:srgbClr val="668095"/>
                </a:solidFill>
                <a:latin typeface="Arial"/>
                <a:ea typeface="Arial"/>
                <a:cs typeface="Arial"/>
              </a:defRPr>
            </a:lvl4pPr>
            <a:lvl5pPr algn="l">
              <a:defRPr sz="1875" b="0">
                <a:solidFill>
                  <a:srgbClr val="668095"/>
                </a:solidFill>
                <a:latin typeface="Arial"/>
                <a:ea typeface="Arial"/>
                <a:cs typeface="Arial"/>
              </a:defRPr>
            </a:lvl5pPr>
            <a:lvl6pPr algn="l">
              <a:defRPr sz="1875" b="0">
                <a:solidFill>
                  <a:srgbClr val="668095"/>
                </a:solidFill>
                <a:latin typeface="Arial"/>
                <a:ea typeface="Arial"/>
                <a:cs typeface="Arial"/>
              </a:defRPr>
            </a:lvl6pPr>
            <a:lvl7pPr algn="l">
              <a:defRPr sz="1875" b="0">
                <a:solidFill>
                  <a:srgbClr val="668095"/>
                </a:solidFill>
                <a:latin typeface="Arial"/>
                <a:ea typeface="Arial"/>
                <a:cs typeface="Arial"/>
              </a:defRPr>
            </a:lvl7pPr>
            <a:lvl8pPr algn="l">
              <a:defRPr sz="1875" b="0">
                <a:solidFill>
                  <a:srgbClr val="668095"/>
                </a:solidFill>
                <a:latin typeface="Arial"/>
                <a:ea typeface="Arial"/>
                <a:cs typeface="Arial"/>
              </a:defRPr>
            </a:lvl8pPr>
            <a:lvl9pPr algn="l">
              <a:defRPr sz="1875" b="0">
                <a:solidFill>
                  <a:srgbClr val="668095"/>
                </a:solidFill>
                <a:latin typeface="Arial"/>
                <a:ea typeface="Arial"/>
                <a:cs typeface="Arial"/>
              </a:defRPr>
            </a:lvl9pPr>
          </a:lstStyle>
          <a:p>
            <a:pPr algn="l">
              <a:defRPr sz="1875" b="0">
                <a:solidFill>
                  <a:srgbClr val="668095"/>
                </a:solidFill>
                <a:latin typeface="Arial"/>
                <a:ea typeface="Arial"/>
                <a:cs typeface="Arial"/>
              </a:defRPr>
            </a:pPr>
            <a:r>
              <a:rPr sz="1875" b="0">
                <a:solidFill>
                  <a:srgbClr val="668095"/>
                </a:solidFill>
                <a:latin typeface="Arial"/>
                <a:ea typeface="Arial"/>
                <a:cs typeface="Arial"/>
              </a:rPr>
              <a:t>lane count:</a:t>
            </a:r>
          </a:p>
        </p:txBody>
      </p:sp>
      <p:sp>
        <p:nvSpPr>
          <p:cNvPr id="6" name="矩形 5">
            <a:extLst>
              <a:ext uri="{FF2B5EF4-FFF2-40B4-BE49-F238E27FC236}">
                <a16:creationId xmlns:a16="http://schemas.microsoft.com/office/drawing/2014/main" id="{811D7455-AF79-4CBA-B00D-730AC7FF46C1}"/>
              </a:ext>
            </a:extLst>
          </p:cNvPr>
          <p:cNvSpPr>
            <a:spLocks noGrp="1"/>
          </p:cNvSpPr>
          <p:nvPr/>
        </p:nvSpPr>
        <p:spPr>
          <a:xfrm>
            <a:off x="638175" y="3857625"/>
            <a:ext cx="4010025" cy="685800"/>
          </a:xfrm>
          <a:prstGeom prst="rect">
            <a:avLst/>
          </a:prstGeom>
          <a:noFill/>
          <a:ln w="0">
            <a:noFill/>
            <a:prstDash val="solid"/>
          </a:ln>
        </p:spPr>
        <p:txBody>
          <a:bodyPr wrap="square" lIns="0" tIns="0" rIns="0" bIns="0" anchor="ctr">
            <a:normAutofit/>
          </a:bodyPr>
          <a:lstStyle>
            <a:defPPr algn="l">
              <a:defRPr sz="3675" b="1">
                <a:solidFill>
                  <a:srgbClr val="0B2740"/>
                </a:solidFill>
                <a:latin typeface="Arial"/>
                <a:ea typeface="Arial"/>
                <a:cs typeface="Arial"/>
              </a:defRPr>
            </a:defPPr>
            <a:lvl1pPr algn="l">
              <a:defRPr sz="3675" b="1">
                <a:solidFill>
                  <a:srgbClr val="0B2740"/>
                </a:solidFill>
                <a:latin typeface="Arial"/>
                <a:ea typeface="Arial"/>
                <a:cs typeface="Arial"/>
              </a:defRPr>
            </a:lvl1pPr>
            <a:lvl2pPr algn="l">
              <a:defRPr sz="3675" b="1">
                <a:solidFill>
                  <a:srgbClr val="0B2740"/>
                </a:solidFill>
                <a:latin typeface="Arial"/>
                <a:ea typeface="Arial"/>
                <a:cs typeface="Arial"/>
              </a:defRPr>
            </a:lvl2pPr>
            <a:lvl3pPr algn="l">
              <a:defRPr sz="3675" b="1">
                <a:solidFill>
                  <a:srgbClr val="0B2740"/>
                </a:solidFill>
                <a:latin typeface="Arial"/>
                <a:ea typeface="Arial"/>
                <a:cs typeface="Arial"/>
              </a:defRPr>
            </a:lvl3pPr>
            <a:lvl4pPr algn="l">
              <a:defRPr sz="3675" b="1">
                <a:solidFill>
                  <a:srgbClr val="0B2740"/>
                </a:solidFill>
                <a:latin typeface="Arial"/>
                <a:ea typeface="Arial"/>
                <a:cs typeface="Arial"/>
              </a:defRPr>
            </a:lvl4pPr>
            <a:lvl5pPr algn="l">
              <a:defRPr sz="3675" b="1">
                <a:solidFill>
                  <a:srgbClr val="0B2740"/>
                </a:solidFill>
                <a:latin typeface="Arial"/>
                <a:ea typeface="Arial"/>
                <a:cs typeface="Arial"/>
              </a:defRPr>
            </a:lvl5pPr>
            <a:lvl6pPr algn="l">
              <a:defRPr sz="3675" b="1">
                <a:solidFill>
                  <a:srgbClr val="0B2740"/>
                </a:solidFill>
                <a:latin typeface="Arial"/>
                <a:ea typeface="Arial"/>
                <a:cs typeface="Arial"/>
              </a:defRPr>
            </a:lvl6pPr>
            <a:lvl7pPr algn="l">
              <a:defRPr sz="3675" b="1">
                <a:solidFill>
                  <a:srgbClr val="0B2740"/>
                </a:solidFill>
                <a:latin typeface="Arial"/>
                <a:ea typeface="Arial"/>
                <a:cs typeface="Arial"/>
              </a:defRPr>
            </a:lvl7pPr>
            <a:lvl8pPr algn="l">
              <a:defRPr sz="3675" b="1">
                <a:solidFill>
                  <a:srgbClr val="0B2740"/>
                </a:solidFill>
                <a:latin typeface="Arial"/>
                <a:ea typeface="Arial"/>
                <a:cs typeface="Arial"/>
              </a:defRPr>
            </a:lvl8pPr>
            <a:lvl9pPr algn="l">
              <a:defRPr sz="3675" b="1">
                <a:solidFill>
                  <a:srgbClr val="0B2740"/>
                </a:solidFill>
                <a:latin typeface="Arial"/>
                <a:ea typeface="Arial"/>
                <a:cs typeface="Arial"/>
              </a:defRPr>
            </a:lvl9pPr>
          </a:lstStyle>
          <a:p>
            <a:pPr algn="l">
              <a:defRPr sz="3675" b="1">
                <a:solidFill>
                  <a:srgbClr val="0B2740"/>
                </a:solidFill>
                <a:latin typeface="Arial"/>
                <a:ea typeface="Arial"/>
                <a:cs typeface="Arial"/>
              </a:defRPr>
            </a:pPr>
            <a:r>
              <a:rPr sz="3675" b="1">
                <a:solidFill>
                  <a:srgbClr val="0B2740"/>
                </a:solidFill>
                <a:latin typeface="Arial"/>
                <a:ea typeface="Arial"/>
                <a:cs typeface="Arial"/>
              </a:rPr>
              <a:t>unspecified</a:t>
            </a:r>
          </a:p>
        </p:txBody>
      </p:sp>
      <p:sp>
        <p:nvSpPr>
          <p:cNvPr id="7" name="矩形 6">
            <a:extLst>
              <a:ext uri="{FF2B5EF4-FFF2-40B4-BE49-F238E27FC236}">
                <a16:creationId xmlns:a16="http://schemas.microsoft.com/office/drawing/2014/main" id="{F144058C-92A5-429A-809A-484344E1EA4F}"/>
              </a:ext>
            </a:extLst>
          </p:cNvPr>
          <p:cNvSpPr>
            <a:spLocks noGrp="1"/>
          </p:cNvSpPr>
          <p:nvPr/>
        </p:nvSpPr>
        <p:spPr>
          <a:xfrm>
            <a:off x="638175" y="4714875"/>
            <a:ext cx="3333750" cy="47625"/>
          </a:xfrm>
          <a:prstGeom prst="rect">
            <a:avLst/>
          </a:prstGeom>
          <a:solidFill>
            <a:srgbClr val="25D6BE"/>
          </a:solidFill>
          <a:ln w="0">
            <a:noFill/>
            <a:prstDash val="solid"/>
          </a:ln>
        </p:spPr>
        <p:txBody>
          <a:bodyPr/>
          <a:lstStyle/>
          <a:p>
            <a:endParaRPr lang="zh-TW" altLang="en-US"/>
          </a:p>
        </p:txBody>
      </p:sp>
      <p:sp>
        <p:nvSpPr>
          <p:cNvPr id="8" name="矩形 7">
            <a:extLst>
              <a:ext uri="{FF2B5EF4-FFF2-40B4-BE49-F238E27FC236}">
                <a16:creationId xmlns:a16="http://schemas.microsoft.com/office/drawing/2014/main" id="{E4BF663C-E7C9-41C2-AF03-9258B9038CEF}"/>
              </a:ext>
            </a:extLst>
          </p:cNvPr>
          <p:cNvSpPr>
            <a:spLocks noGrp="1"/>
          </p:cNvSpPr>
          <p:nvPr/>
        </p:nvSpPr>
        <p:spPr>
          <a:xfrm>
            <a:off x="638175" y="5048250"/>
            <a:ext cx="4010025" cy="609600"/>
          </a:xfrm>
          <a:prstGeom prst="rect">
            <a:avLst/>
          </a:prstGeom>
          <a:noFill/>
          <a:ln w="0">
            <a:noFill/>
            <a:prstDash val="solid"/>
          </a:ln>
        </p:spPr>
        <p:txBody>
          <a:bodyPr wrap="square" lIns="0" tIns="0" rIns="0" bIns="0" anchor="ctr">
            <a:normAutofit/>
          </a:bodyPr>
          <a:lstStyle>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a:pPr algn="l">
              <a:defRPr sz="1425" b="0">
                <a:solidFill>
                  <a:srgbClr val="668095"/>
                </a:solidFill>
                <a:latin typeface="Arial"/>
                <a:ea typeface="Arial"/>
                <a:cs typeface="Arial"/>
              </a:defRPr>
            </a:pPr>
            <a:r>
              <a:rPr sz="1425" b="0">
                <a:solidFill>
                  <a:srgbClr val="668095"/>
                </a:solidFill>
                <a:latin typeface="Arial"/>
                <a:ea typeface="Arial"/>
                <a:cs typeface="Arial"/>
              </a:rPr>
              <a:t>Recorded local Qwen3:8b inference</a:t>
            </a:r>
          </a:p>
        </p:txBody>
      </p:sp>
      <p:pic>
        <p:nvPicPr>
          <p:cNvPr id="9" name="圖片 8">
            <a:extLst>
              <a:ext uri="{FF2B5EF4-FFF2-40B4-BE49-F238E27FC236}">
                <a16:creationId xmlns:a16="http://schemas.microsoft.com/office/drawing/2014/main" id="{F519DC44-D4F0-4EAB-9FB7-A146D228F891}"/>
              </a:ext>
            </a:extLst>
          </p:cNvPr>
          <p:cNvPicPr>
            <a:picLocks noChangeAspect="1"/>
          </p:cNvPicPr>
          <p:nvPr/>
        </p:nvPicPr>
        <p:blipFill>
          <a:blip r:embed="rId3"/>
          <a:srcRect l="27000" t="20000" r="3000" b="12000"/>
          <a:stretch/>
        </p:blipFill>
        <p:spPr>
          <a:xfrm>
            <a:off x="4953000" y="1857375"/>
            <a:ext cx="6572250" cy="4143375"/>
          </a:xfrm>
          <a:prstGeom prst="rect">
            <a:avLst/>
          </a:prstGeom>
        </p:spPr>
      </p:pic>
      <p:sp>
        <p:nvSpPr>
          <p:cNvPr id="10" name="矩形 9">
            <a:extLst>
              <a:ext uri="{FF2B5EF4-FFF2-40B4-BE49-F238E27FC236}">
                <a16:creationId xmlns:a16="http://schemas.microsoft.com/office/drawing/2014/main" id="{F3B2A0AA-B160-45EB-8145-D3394F4ED62D}"/>
              </a:ext>
            </a:extLst>
          </p:cNvPr>
          <p:cNvSpPr>
            <a:spLocks noGrp="1"/>
          </p:cNvSpPr>
          <p:nvPr/>
        </p:nvSpPr>
        <p:spPr>
          <a:xfrm>
            <a:off x="4962525" y="6096000"/>
            <a:ext cx="6381750" cy="257175"/>
          </a:xfrm>
          <a:prstGeom prst="rect">
            <a:avLst/>
          </a:prstGeom>
          <a:noFill/>
          <a:ln w="0">
            <a:noFill/>
            <a:prstDash val="solid"/>
          </a:ln>
        </p:spPr>
        <p:txBody>
          <a:bodyPr wrap="square" lIns="0" tIns="0" rIns="0" bIns="0" anchor="ctr">
            <a:normAutofit/>
          </a:bodyPr>
          <a:lstStyle>
            <a:defPPr algn="l">
              <a:defRPr sz="1200" b="0">
                <a:solidFill>
                  <a:srgbClr val="668095"/>
                </a:solidFill>
                <a:latin typeface="Arial"/>
                <a:ea typeface="Arial"/>
                <a:cs typeface="Arial"/>
              </a:defRPr>
            </a:defPPr>
            <a:lvl1pPr algn="l">
              <a:defRPr sz="1200" b="0">
                <a:solidFill>
                  <a:srgbClr val="668095"/>
                </a:solidFill>
                <a:latin typeface="Arial"/>
                <a:ea typeface="Arial"/>
                <a:cs typeface="Arial"/>
              </a:defRPr>
            </a:lvl1pPr>
            <a:lvl2pPr algn="l">
              <a:defRPr sz="1200" b="0">
                <a:solidFill>
                  <a:srgbClr val="668095"/>
                </a:solidFill>
                <a:latin typeface="Arial"/>
                <a:ea typeface="Arial"/>
                <a:cs typeface="Arial"/>
              </a:defRPr>
            </a:lvl2pPr>
            <a:lvl3pPr algn="l">
              <a:defRPr sz="1200" b="0">
                <a:solidFill>
                  <a:srgbClr val="668095"/>
                </a:solidFill>
                <a:latin typeface="Arial"/>
                <a:ea typeface="Arial"/>
                <a:cs typeface="Arial"/>
              </a:defRPr>
            </a:lvl3pPr>
            <a:lvl4pPr algn="l">
              <a:defRPr sz="1200" b="0">
                <a:solidFill>
                  <a:srgbClr val="668095"/>
                </a:solidFill>
                <a:latin typeface="Arial"/>
                <a:ea typeface="Arial"/>
                <a:cs typeface="Arial"/>
              </a:defRPr>
            </a:lvl4pPr>
            <a:lvl5pPr algn="l">
              <a:defRPr sz="1200" b="0">
                <a:solidFill>
                  <a:srgbClr val="668095"/>
                </a:solidFill>
                <a:latin typeface="Arial"/>
                <a:ea typeface="Arial"/>
                <a:cs typeface="Arial"/>
              </a:defRPr>
            </a:lvl5pPr>
            <a:lvl6pPr algn="l">
              <a:defRPr sz="1200" b="0">
                <a:solidFill>
                  <a:srgbClr val="668095"/>
                </a:solidFill>
                <a:latin typeface="Arial"/>
                <a:ea typeface="Arial"/>
                <a:cs typeface="Arial"/>
              </a:defRPr>
            </a:lvl6pPr>
            <a:lvl7pPr algn="l">
              <a:defRPr sz="1200" b="0">
                <a:solidFill>
                  <a:srgbClr val="668095"/>
                </a:solidFill>
                <a:latin typeface="Arial"/>
                <a:ea typeface="Arial"/>
                <a:cs typeface="Arial"/>
              </a:defRPr>
            </a:lvl7pPr>
            <a:lvl8pPr algn="l">
              <a:defRPr sz="1200" b="0">
                <a:solidFill>
                  <a:srgbClr val="668095"/>
                </a:solidFill>
                <a:latin typeface="Arial"/>
                <a:ea typeface="Arial"/>
                <a:cs typeface="Arial"/>
              </a:defRPr>
            </a:lvl8pPr>
            <a:lvl9pPr algn="l">
              <a:defRPr sz="1200" b="0">
                <a:solidFill>
                  <a:srgbClr val="668095"/>
                </a:solidFill>
                <a:latin typeface="Arial"/>
                <a:ea typeface="Arial"/>
                <a:cs typeface="Arial"/>
              </a:defRPr>
            </a:lvl9pPr>
          </a:lstStyle>
          <a:p>
            <a:pPr algn="l">
              <a:defRPr sz="1200" b="0">
                <a:solidFill>
                  <a:srgbClr val="668095"/>
                </a:solidFill>
                <a:latin typeface="Arial"/>
                <a:ea typeface="Arial"/>
                <a:cs typeface="Arial"/>
              </a:defRPr>
            </a:pPr>
            <a:r>
              <a:rPr sz="1200" b="0">
                <a:solidFill>
                  <a:srgbClr val="668095"/>
                </a:solidFill>
                <a:latin typeface="Arial"/>
                <a:ea typeface="Arial"/>
                <a:cs typeface="Arial"/>
              </a:rPr>
              <a:t>Aberdeen, 15 May 2026  ·  archived message and saved extraction</a:t>
            </a:r>
          </a:p>
        </p:txBody>
      </p:sp>
      <p:sp>
        <p:nvSpPr>
          <p:cNvPr id="11" name="矩形 10">
            <a:extLst>
              <a:ext uri="{FF2B5EF4-FFF2-40B4-BE49-F238E27FC236}">
                <a16:creationId xmlns:a16="http://schemas.microsoft.com/office/drawing/2014/main" id="{1710929C-6582-4667-A37F-8FF4449EC961}"/>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2" name="矩形 11">
            <a:extLst>
              <a:ext uri="{FF2B5EF4-FFF2-40B4-BE49-F238E27FC236}">
                <a16:creationId xmlns:a16="http://schemas.microsoft.com/office/drawing/2014/main" id="{F9A4BE0B-2E50-4589-B3BC-C920AE84AAD0}"/>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04</a:t>
            </a:r>
          </a:p>
        </p:txBody>
      </p:sp>
    </p:spTree>
    <p:extLst>
      <p:ext uri="{BB962C8B-B14F-4D97-AF65-F5344CB8AC3E}">
        <p14:creationId xmlns:p14="http://schemas.microsoft.com/office/powerpoint/2010/main" val="222679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E2A"/>
        </a:solidFill>
        <a:effectLst/>
      </p:bgPr>
    </p:bg>
    <p:spTree>
      <p:nvGrpSpPr>
        <p:cNvPr id="1" name=""/>
        <p:cNvGrpSpPr/>
        <p:nvPr/>
      </p:nvGrpSpPr>
      <p:grpSpPr>
        <a:xfrm>
          <a:off x="0" y="0"/>
          <a:ext cx="0" cy="0"/>
          <a:chOff x="0" y="0"/>
          <a:chExt cx="0" cy="0"/>
        </a:xfrm>
      </p:grpSpPr>
      <p:sp>
        <p:nvSpPr>
          <p:cNvPr id="2" name="TextBox 1"/>
          <p:cNvSpPr txBox="1"/>
          <p:nvPr/>
        </p:nvSpPr>
        <p:spPr>
          <a:xfrm>
            <a:off x="594360" y="192024"/>
            <a:ext cx="10972800" cy="420624"/>
          </a:xfrm>
          <a:prstGeom prst="rect">
            <a:avLst/>
          </a:prstGeom>
          <a:noFill/>
        </p:spPr>
        <p:txBody>
          <a:bodyPr wrap="none">
            <a:spAutoFit/>
          </a:bodyPr>
          <a:lstStyle/>
          <a:p>
            <a:pPr>
              <a:defRPr sz="2900" b="1">
                <a:solidFill>
                  <a:srgbClr val="ECF8FA"/>
                </a:solidFill>
                <a:latin typeface="Arial"/>
              </a:defRPr>
            </a:pPr>
            <a:r>
              <a:t>Prototype demo · 90 seconds</a:t>
            </a:r>
          </a:p>
        </p:txBody>
      </p:sp>
      <p:sp>
        <p:nvSpPr>
          <p:cNvPr id="3" name="TextBox 2"/>
          <p:cNvSpPr txBox="1"/>
          <p:nvPr/>
        </p:nvSpPr>
        <p:spPr>
          <a:xfrm>
            <a:off x="603504" y="640080"/>
            <a:ext cx="10972800" cy="310896"/>
          </a:xfrm>
          <a:prstGeom prst="rect">
            <a:avLst/>
          </a:prstGeom>
          <a:noFill/>
        </p:spPr>
        <p:txBody>
          <a:bodyPr wrap="none">
            <a:spAutoFit/>
          </a:bodyPr>
          <a:lstStyle/>
          <a:p>
            <a:pPr>
              <a:defRPr sz="1500">
                <a:solidFill>
                  <a:srgbClr val="81DBDA"/>
                </a:solidFill>
                <a:latin typeface="Arial"/>
              </a:defRPr>
            </a:pPr>
            <a:r>
              <a:t>Captioned two-case walkthrough · Aberdeen holds · Tuen Mun ranks a modelled candidate</a:t>
            </a:r>
          </a:p>
        </p:txBody>
      </p:sp>
      <p:pic>
        <p:nvPicPr>
          <p:cNvPr id="4" name="ripple-two-case-website-demo-2026-10-18-v12.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16152" y="1033271"/>
            <a:ext cx="9756648"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0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64D0B525-7B10-4BCA-A3A6-BA47C720B8C0}"/>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06</a:t>
            </a:r>
          </a:p>
        </p:txBody>
      </p:sp>
      <p:sp>
        <p:nvSpPr>
          <p:cNvPr id="2" name="矩形 1">
            <a:extLst>
              <a:ext uri="{FF2B5EF4-FFF2-40B4-BE49-F238E27FC236}">
                <a16:creationId xmlns:a16="http://schemas.microsoft.com/office/drawing/2014/main" id="{46234282-1AE6-40F6-8A56-145056C5C88B}"/>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A one-corridor path to a supervised pilot</a:t>
            </a:r>
          </a:p>
        </p:txBody>
      </p:sp>
      <p:sp>
        <p:nvSpPr>
          <p:cNvPr id="3" name="矩形 2">
            <a:extLst>
              <a:ext uri="{FF2B5EF4-FFF2-40B4-BE49-F238E27FC236}">
                <a16:creationId xmlns:a16="http://schemas.microsoft.com/office/drawing/2014/main" id="{290A2256-13F7-47A9-AD0A-110ED69E89A8}"/>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sp>
        <p:nvSpPr>
          <p:cNvPr id="4" name="直線接點 3">
            <a:extLst>
              <a:ext uri="{FF2B5EF4-FFF2-40B4-BE49-F238E27FC236}">
                <a16:creationId xmlns:a16="http://schemas.microsoft.com/office/drawing/2014/main" id="{6633106E-CA57-47C1-BD0B-77B45664F33E}"/>
              </a:ext>
            </a:extLst>
          </p:cNvPr>
          <p:cNvSpPr>
            <a:spLocks noGrp="1"/>
          </p:cNvSpPr>
          <p:nvPr/>
        </p:nvSpPr>
        <p:spPr>
          <a:xfrm>
            <a:off x="1276350" y="3400425"/>
            <a:ext cx="9439275" cy="0"/>
          </a:xfrm>
          <a:prstGeom prst="line">
            <a:avLst/>
          </a:prstGeom>
          <a:noFill/>
          <a:ln w="76200">
            <a:solidFill>
              <a:srgbClr val="D2E1E7"/>
            </a:solidFill>
            <a:prstDash val="solid"/>
          </a:ln>
        </p:spPr>
        <p:txBody>
          <a:bodyPr/>
          <a:lstStyle/>
          <a:p>
            <a:endParaRPr/>
          </a:p>
        </p:txBody>
      </p:sp>
      <p:sp>
        <p:nvSpPr>
          <p:cNvPr id="5" name="橢圓 4">
            <a:extLst>
              <a:ext uri="{FF2B5EF4-FFF2-40B4-BE49-F238E27FC236}">
                <a16:creationId xmlns:a16="http://schemas.microsoft.com/office/drawing/2014/main" id="{0F6CF7C0-C545-4591-9724-44B9C52B4941}"/>
              </a:ext>
            </a:extLst>
          </p:cNvPr>
          <p:cNvSpPr>
            <a:spLocks noGrp="1"/>
          </p:cNvSpPr>
          <p:nvPr/>
        </p:nvSpPr>
        <p:spPr>
          <a:xfrm>
            <a:off x="1200150" y="2933700"/>
            <a:ext cx="952500" cy="952500"/>
          </a:xfrm>
          <a:prstGeom prst="ellipse">
            <a:avLst/>
          </a:prstGeom>
          <a:solidFill>
            <a:srgbClr val="25D6BE"/>
          </a:solidFill>
          <a:ln w="0">
            <a:noFill/>
            <a:prstDash val="solid"/>
          </a:ln>
        </p:spPr>
        <p:txBody>
          <a:bodyPr/>
          <a:lstStyle/>
          <a:p>
            <a:endParaRPr/>
          </a:p>
        </p:txBody>
      </p:sp>
      <p:sp>
        <p:nvSpPr>
          <p:cNvPr id="6" name="矩形 5">
            <a:extLst>
              <a:ext uri="{FF2B5EF4-FFF2-40B4-BE49-F238E27FC236}">
                <a16:creationId xmlns:a16="http://schemas.microsoft.com/office/drawing/2014/main" id="{D72E7F52-7878-40BE-89A8-49A1751ADC35}"/>
              </a:ext>
            </a:extLst>
          </p:cNvPr>
          <p:cNvSpPr>
            <a:spLocks noGrp="1"/>
          </p:cNvSpPr>
          <p:nvPr/>
        </p:nvSpPr>
        <p:spPr>
          <a:xfrm>
            <a:off x="1295400"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01</a:t>
            </a:r>
          </a:p>
        </p:txBody>
      </p:sp>
      <p:sp>
        <p:nvSpPr>
          <p:cNvPr id="7" name="矩形 6">
            <a:extLst>
              <a:ext uri="{FF2B5EF4-FFF2-40B4-BE49-F238E27FC236}">
                <a16:creationId xmlns:a16="http://schemas.microsoft.com/office/drawing/2014/main" id="{2FD85956-DE85-4CB5-AD41-F75FDAF70AC2}"/>
              </a:ext>
            </a:extLst>
          </p:cNvPr>
          <p:cNvSpPr>
            <a:spLocks noGrp="1"/>
          </p:cNvSpPr>
          <p:nvPr/>
        </p:nvSpPr>
        <p:spPr>
          <a:xfrm>
            <a:off x="457200"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Shadow mode</a:t>
            </a:r>
          </a:p>
        </p:txBody>
      </p:sp>
      <p:sp>
        <p:nvSpPr>
          <p:cNvPr id="8" name="矩形 7">
            <a:extLst>
              <a:ext uri="{FF2B5EF4-FFF2-40B4-BE49-F238E27FC236}">
                <a16:creationId xmlns:a16="http://schemas.microsoft.com/office/drawing/2014/main" id="{23541A8A-6CE8-4125-B271-97E06C2FD245}"/>
              </a:ext>
            </a:extLst>
          </p:cNvPr>
          <p:cNvSpPr>
            <a:spLocks noGrp="1"/>
          </p:cNvSpPr>
          <p:nvPr/>
        </p:nvSpPr>
        <p:spPr>
          <a:xfrm>
            <a:off x="323850"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Run beside current practice</a:t>
            </a:r>
          </a:p>
        </p:txBody>
      </p:sp>
      <p:sp>
        <p:nvSpPr>
          <p:cNvPr id="9" name="橢圓 8">
            <a:extLst>
              <a:ext uri="{FF2B5EF4-FFF2-40B4-BE49-F238E27FC236}">
                <a16:creationId xmlns:a16="http://schemas.microsoft.com/office/drawing/2014/main" id="{CA7929C2-C90F-4BB8-A5D4-AACB83117707}"/>
              </a:ext>
            </a:extLst>
          </p:cNvPr>
          <p:cNvSpPr>
            <a:spLocks noGrp="1"/>
          </p:cNvSpPr>
          <p:nvPr/>
        </p:nvSpPr>
        <p:spPr>
          <a:xfrm>
            <a:off x="5095875" y="2933700"/>
            <a:ext cx="952500" cy="952500"/>
          </a:xfrm>
          <a:prstGeom prst="ellipse">
            <a:avLst/>
          </a:prstGeom>
          <a:solidFill>
            <a:srgbClr val="25D6BE"/>
          </a:solidFill>
          <a:ln w="0">
            <a:noFill/>
            <a:prstDash val="solid"/>
          </a:ln>
        </p:spPr>
        <p:txBody>
          <a:bodyPr/>
          <a:lstStyle/>
          <a:p>
            <a:endParaRPr/>
          </a:p>
        </p:txBody>
      </p:sp>
      <p:sp>
        <p:nvSpPr>
          <p:cNvPr id="10" name="矩形 9">
            <a:extLst>
              <a:ext uri="{FF2B5EF4-FFF2-40B4-BE49-F238E27FC236}">
                <a16:creationId xmlns:a16="http://schemas.microsoft.com/office/drawing/2014/main" id="{208D5830-F5BF-49C7-A6E4-88A729B935B5}"/>
              </a:ext>
            </a:extLst>
          </p:cNvPr>
          <p:cNvSpPr>
            <a:spLocks noGrp="1"/>
          </p:cNvSpPr>
          <p:nvPr/>
        </p:nvSpPr>
        <p:spPr>
          <a:xfrm>
            <a:off x="5191125"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02</a:t>
            </a:r>
          </a:p>
        </p:txBody>
      </p:sp>
      <p:sp>
        <p:nvSpPr>
          <p:cNvPr id="11" name="矩形 10">
            <a:extLst>
              <a:ext uri="{FF2B5EF4-FFF2-40B4-BE49-F238E27FC236}">
                <a16:creationId xmlns:a16="http://schemas.microsoft.com/office/drawing/2014/main" id="{13223962-AB5F-479C-8422-70D7A075DDFC}"/>
              </a:ext>
            </a:extLst>
          </p:cNvPr>
          <p:cNvSpPr>
            <a:spLocks noGrp="1"/>
          </p:cNvSpPr>
          <p:nvPr/>
        </p:nvSpPr>
        <p:spPr>
          <a:xfrm>
            <a:off x="4352925"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Corridor validation</a:t>
            </a:r>
          </a:p>
        </p:txBody>
      </p:sp>
      <p:sp>
        <p:nvSpPr>
          <p:cNvPr id="12" name="矩形 11">
            <a:extLst>
              <a:ext uri="{FF2B5EF4-FFF2-40B4-BE49-F238E27FC236}">
                <a16:creationId xmlns:a16="http://schemas.microsoft.com/office/drawing/2014/main" id="{BEEAD545-9F1C-488F-A2B4-81304339CA38}"/>
              </a:ext>
            </a:extLst>
          </p:cNvPr>
          <p:cNvSpPr>
            <a:spLocks noGrp="1"/>
          </p:cNvSpPr>
          <p:nvPr/>
        </p:nvSpPr>
        <p:spPr>
          <a:xfrm>
            <a:off x="4219575"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Improve queue fit and routes</a:t>
            </a:r>
          </a:p>
        </p:txBody>
      </p:sp>
      <p:sp>
        <p:nvSpPr>
          <p:cNvPr id="13" name="橢圓 12">
            <a:extLst>
              <a:ext uri="{FF2B5EF4-FFF2-40B4-BE49-F238E27FC236}">
                <a16:creationId xmlns:a16="http://schemas.microsoft.com/office/drawing/2014/main" id="{1C73295E-8506-4839-9616-EFC40138FCA3}"/>
              </a:ext>
            </a:extLst>
          </p:cNvPr>
          <p:cNvSpPr>
            <a:spLocks noGrp="1"/>
          </p:cNvSpPr>
          <p:nvPr/>
        </p:nvSpPr>
        <p:spPr>
          <a:xfrm>
            <a:off x="9001125" y="2933700"/>
            <a:ext cx="952500" cy="952500"/>
          </a:xfrm>
          <a:prstGeom prst="ellipse">
            <a:avLst/>
          </a:prstGeom>
          <a:solidFill>
            <a:srgbClr val="FF806E"/>
          </a:solidFill>
          <a:ln w="0">
            <a:noFill/>
            <a:prstDash val="solid"/>
          </a:ln>
        </p:spPr>
        <p:txBody>
          <a:bodyPr/>
          <a:lstStyle/>
          <a:p>
            <a:endParaRPr/>
          </a:p>
        </p:txBody>
      </p:sp>
      <p:sp>
        <p:nvSpPr>
          <p:cNvPr id="14" name="矩形 13">
            <a:extLst>
              <a:ext uri="{FF2B5EF4-FFF2-40B4-BE49-F238E27FC236}">
                <a16:creationId xmlns:a16="http://schemas.microsoft.com/office/drawing/2014/main" id="{0E08F3AD-AFAE-4F2C-8D4F-A1F0E0C8FF69}"/>
              </a:ext>
            </a:extLst>
          </p:cNvPr>
          <p:cNvSpPr>
            <a:spLocks noGrp="1"/>
          </p:cNvSpPr>
          <p:nvPr/>
        </p:nvSpPr>
        <p:spPr>
          <a:xfrm>
            <a:off x="9096375"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03</a:t>
            </a:r>
          </a:p>
        </p:txBody>
      </p:sp>
      <p:sp>
        <p:nvSpPr>
          <p:cNvPr id="15" name="矩形 14">
            <a:extLst>
              <a:ext uri="{FF2B5EF4-FFF2-40B4-BE49-F238E27FC236}">
                <a16:creationId xmlns:a16="http://schemas.microsoft.com/office/drawing/2014/main" id="{8A9DC853-A771-4E67-A757-88FB64E6F9C8}"/>
              </a:ext>
            </a:extLst>
          </p:cNvPr>
          <p:cNvSpPr>
            <a:spLocks noGrp="1"/>
          </p:cNvSpPr>
          <p:nvPr/>
        </p:nvSpPr>
        <p:spPr>
          <a:xfrm>
            <a:off x="8258175"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Supervised pilot</a:t>
            </a:r>
          </a:p>
        </p:txBody>
      </p:sp>
      <p:sp>
        <p:nvSpPr>
          <p:cNvPr id="16" name="矩形 15">
            <a:extLst>
              <a:ext uri="{FF2B5EF4-FFF2-40B4-BE49-F238E27FC236}">
                <a16:creationId xmlns:a16="http://schemas.microsoft.com/office/drawing/2014/main" id="{7CAF3035-CF86-40A0-9F21-A6751E93DCF7}"/>
              </a:ext>
            </a:extLst>
          </p:cNvPr>
          <p:cNvSpPr>
            <a:spLocks noGrp="1"/>
          </p:cNvSpPr>
          <p:nvPr/>
        </p:nvSpPr>
        <p:spPr>
          <a:xfrm>
            <a:off x="8124825"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Measure real decisions</a:t>
            </a:r>
          </a:p>
        </p:txBody>
      </p:sp>
      <p:sp>
        <p:nvSpPr>
          <p:cNvPr id="17" name="矩形 16">
            <a:extLst>
              <a:ext uri="{FF2B5EF4-FFF2-40B4-BE49-F238E27FC236}">
                <a16:creationId xmlns:a16="http://schemas.microsoft.com/office/drawing/2014/main" id="{3022FB24-1884-42D2-96EE-CCF5601A4DC1}"/>
              </a:ext>
            </a:extLst>
          </p:cNvPr>
          <p:cNvSpPr>
            <a:spLocks noGrp="1"/>
          </p:cNvSpPr>
          <p:nvPr/>
        </p:nvSpPr>
        <p:spPr>
          <a:xfrm>
            <a:off x="695325" y="5695950"/>
            <a:ext cx="10668000" cy="533400"/>
          </a:xfrm>
          <a:prstGeom prst="rect">
            <a:avLst/>
          </a:prstGeom>
          <a:noFill/>
          <a:ln w="0">
            <a:noFill/>
            <a:prstDash val="solid"/>
          </a:ln>
        </p:spPr>
        <p:txBody>
          <a:bodyPr wrap="square" lIns="0" tIns="0" rIns="0" bIns="0" anchor="ctr">
            <a:normAutofit/>
          </a:bodyPr>
          <a:lstStyle>
            <a:defPPr algn="ctr">
              <a:defRPr sz="1875" b="1">
                <a:solidFill>
                  <a:srgbClr val="0B2740"/>
                </a:solidFill>
                <a:latin typeface="Arial"/>
                <a:ea typeface="Arial"/>
                <a:cs typeface="Arial"/>
              </a:defRPr>
            </a:defPPr>
            <a:lvl1pPr algn="ctr">
              <a:defRPr sz="1875" b="1">
                <a:solidFill>
                  <a:srgbClr val="0B2740"/>
                </a:solidFill>
                <a:latin typeface="Arial"/>
                <a:ea typeface="Arial"/>
                <a:cs typeface="Arial"/>
              </a:defRPr>
            </a:lvl1pPr>
            <a:lvl2pPr algn="ctr">
              <a:defRPr sz="1875" b="1">
                <a:solidFill>
                  <a:srgbClr val="0B2740"/>
                </a:solidFill>
                <a:latin typeface="Arial"/>
                <a:ea typeface="Arial"/>
                <a:cs typeface="Arial"/>
              </a:defRPr>
            </a:lvl2pPr>
            <a:lvl3pPr algn="ctr">
              <a:defRPr sz="1875" b="1">
                <a:solidFill>
                  <a:srgbClr val="0B2740"/>
                </a:solidFill>
                <a:latin typeface="Arial"/>
                <a:ea typeface="Arial"/>
                <a:cs typeface="Arial"/>
              </a:defRPr>
            </a:lvl3pPr>
            <a:lvl4pPr algn="ctr">
              <a:defRPr sz="1875" b="1">
                <a:solidFill>
                  <a:srgbClr val="0B2740"/>
                </a:solidFill>
                <a:latin typeface="Arial"/>
                <a:ea typeface="Arial"/>
                <a:cs typeface="Arial"/>
              </a:defRPr>
            </a:lvl4pPr>
            <a:lvl5pPr algn="ctr">
              <a:defRPr sz="1875" b="1">
                <a:solidFill>
                  <a:srgbClr val="0B2740"/>
                </a:solidFill>
                <a:latin typeface="Arial"/>
                <a:ea typeface="Arial"/>
                <a:cs typeface="Arial"/>
              </a:defRPr>
            </a:lvl5pPr>
            <a:lvl6pPr algn="ctr">
              <a:defRPr sz="1875" b="1">
                <a:solidFill>
                  <a:srgbClr val="0B2740"/>
                </a:solidFill>
                <a:latin typeface="Arial"/>
                <a:ea typeface="Arial"/>
                <a:cs typeface="Arial"/>
              </a:defRPr>
            </a:lvl6pPr>
            <a:lvl7pPr algn="ctr">
              <a:defRPr sz="1875" b="1">
                <a:solidFill>
                  <a:srgbClr val="0B2740"/>
                </a:solidFill>
                <a:latin typeface="Arial"/>
                <a:ea typeface="Arial"/>
                <a:cs typeface="Arial"/>
              </a:defRPr>
            </a:lvl7pPr>
            <a:lvl8pPr algn="ctr">
              <a:defRPr sz="1875" b="1">
                <a:solidFill>
                  <a:srgbClr val="0B2740"/>
                </a:solidFill>
                <a:latin typeface="Arial"/>
                <a:ea typeface="Arial"/>
                <a:cs typeface="Arial"/>
              </a:defRPr>
            </a:lvl8pPr>
            <a:lvl9pPr algn="ctr">
              <a:defRPr sz="1875" b="1">
                <a:solidFill>
                  <a:srgbClr val="0B2740"/>
                </a:solidFill>
                <a:latin typeface="Arial"/>
                <a:ea typeface="Arial"/>
                <a:cs typeface="Arial"/>
              </a:defRPr>
            </a:lvl9pPr>
          </a:lstStyle>
          <a:p>
            <a:pPr algn="ctr">
              <a:defRPr sz="1875" b="1">
                <a:solidFill>
                  <a:srgbClr val="0B2740"/>
                </a:solidFill>
                <a:latin typeface="Arial"/>
                <a:ea typeface="Arial"/>
                <a:cs typeface="Arial"/>
              </a:defRPr>
            </a:pPr>
            <a:r>
              <a:rPr sz="1875" b="1">
                <a:solidFill>
                  <a:srgbClr val="0B2740"/>
                </a:solidFill>
                <a:latin typeface="Arial"/>
                <a:ea typeface="Arial"/>
                <a:cs typeface="Arial"/>
              </a:rPr>
              <a:t>Measure observed delay, spillover, emergency travel time, and decision quality.</a:t>
            </a:r>
          </a:p>
        </p:txBody>
      </p:sp>
      <p:sp>
        <p:nvSpPr>
          <p:cNvPr id="18" name="矩形 17">
            <a:extLst>
              <a:ext uri="{FF2B5EF4-FFF2-40B4-BE49-F238E27FC236}">
                <a16:creationId xmlns:a16="http://schemas.microsoft.com/office/drawing/2014/main" id="{1278009C-283B-4EA7-B114-1D7D8AFEA297}"/>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9" name="矩形 18">
            <a:extLst>
              <a:ext uri="{FF2B5EF4-FFF2-40B4-BE49-F238E27FC236}">
                <a16:creationId xmlns:a16="http://schemas.microsoft.com/office/drawing/2014/main" id="{C2A3E42A-C81B-4B7B-A592-9A0639BDAB2A}"/>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06</a:t>
            </a:r>
          </a:p>
        </p:txBody>
      </p:sp>
    </p:spTree>
    <p:extLst>
      <p:ext uri="{BB962C8B-B14F-4D97-AF65-F5344CB8AC3E}">
        <p14:creationId xmlns:p14="http://schemas.microsoft.com/office/powerpoint/2010/main" val="1232565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id="{7AE8EEAF-7B3B-4044-AAC3-1D170645940E}"/>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FBDFB7F3-B055-4031-9FD5-6F27B4E9DA91}"/>
              </a:ext>
            </a:extLst>
          </p:cNvPr>
          <p:cNvSpPr>
            <a:spLocks noGrp="1"/>
          </p:cNvSpPr>
          <p:nvPr/>
        </p:nvSpPr>
        <p:spPr>
          <a:xfrm>
            <a:off x="0" y="0"/>
            <a:ext cx="6953250" cy="6858000"/>
          </a:xfrm>
          <a:prstGeom prst="rect">
            <a:avLst/>
          </a:prstGeom>
          <a:solidFill>
            <a:srgbClr val="07192C">
              <a:alpha val="76863"/>
            </a:srgbClr>
          </a:solidFill>
          <a:ln w="0">
            <a:noFill/>
            <a:prstDash val="solid"/>
          </a:ln>
        </p:spPr>
        <p:txBody>
          <a:bodyPr/>
          <a:lstStyle/>
          <a:p>
            <a:endParaRPr lang="zh-TW" altLang="en-US"/>
          </a:p>
        </p:txBody>
      </p:sp>
      <p:sp>
        <p:nvSpPr>
          <p:cNvPr id="3" name="矩形 2">
            <a:extLst>
              <a:ext uri="{FF2B5EF4-FFF2-40B4-BE49-F238E27FC236}">
                <a16:creationId xmlns:a16="http://schemas.microsoft.com/office/drawing/2014/main" id="{022D0720-FE33-406D-BD97-21BCA52AB46B}"/>
              </a:ext>
            </a:extLst>
          </p:cNvPr>
          <p:cNvSpPr>
            <a:spLocks noGrp="1"/>
          </p:cNvSpPr>
          <p:nvPr/>
        </p:nvSpPr>
        <p:spPr>
          <a:xfrm>
            <a:off x="657225" y="514350"/>
            <a:ext cx="5905500" cy="323850"/>
          </a:xfrm>
          <a:prstGeom prst="rect">
            <a:avLst/>
          </a:prstGeom>
          <a:noFill/>
          <a:ln w="0">
            <a:noFill/>
            <a:prstDash val="solid"/>
          </a:ln>
        </p:spPr>
        <p:txBody>
          <a:bodyPr wrap="square" lIns="0" tIns="0" rIns="0" bIns="0" anchor="ctr">
            <a:normAutofit/>
          </a:bodyPr>
          <a:lstStyle>
            <a:defPPr algn="l">
              <a:defRPr sz="1425" b="1">
                <a:solidFill>
                  <a:srgbClr val="BFF8ED"/>
                </a:solidFill>
                <a:latin typeface="Arial"/>
                <a:ea typeface="Arial"/>
                <a:cs typeface="Arial"/>
              </a:defRPr>
            </a:defPPr>
            <a:lvl1pPr algn="l">
              <a:defRPr sz="1425" b="1">
                <a:solidFill>
                  <a:srgbClr val="BFF8ED"/>
                </a:solidFill>
                <a:latin typeface="Arial"/>
                <a:ea typeface="Arial"/>
                <a:cs typeface="Arial"/>
              </a:defRPr>
            </a:lvl1pPr>
            <a:lvl2pPr algn="l">
              <a:defRPr sz="1425" b="1">
                <a:solidFill>
                  <a:srgbClr val="BFF8ED"/>
                </a:solidFill>
                <a:latin typeface="Arial"/>
                <a:ea typeface="Arial"/>
                <a:cs typeface="Arial"/>
              </a:defRPr>
            </a:lvl2pPr>
            <a:lvl3pPr algn="l">
              <a:defRPr sz="1425" b="1">
                <a:solidFill>
                  <a:srgbClr val="BFF8ED"/>
                </a:solidFill>
                <a:latin typeface="Arial"/>
                <a:ea typeface="Arial"/>
                <a:cs typeface="Arial"/>
              </a:defRPr>
            </a:lvl3pPr>
            <a:lvl4pPr algn="l">
              <a:defRPr sz="1425" b="1">
                <a:solidFill>
                  <a:srgbClr val="BFF8ED"/>
                </a:solidFill>
                <a:latin typeface="Arial"/>
                <a:ea typeface="Arial"/>
                <a:cs typeface="Arial"/>
              </a:defRPr>
            </a:lvl4pPr>
            <a:lvl5pPr algn="l">
              <a:defRPr sz="1425" b="1">
                <a:solidFill>
                  <a:srgbClr val="BFF8ED"/>
                </a:solidFill>
                <a:latin typeface="Arial"/>
                <a:ea typeface="Arial"/>
                <a:cs typeface="Arial"/>
              </a:defRPr>
            </a:lvl5pPr>
            <a:lvl6pPr algn="l">
              <a:defRPr sz="1425" b="1">
                <a:solidFill>
                  <a:srgbClr val="BFF8ED"/>
                </a:solidFill>
                <a:latin typeface="Arial"/>
                <a:ea typeface="Arial"/>
                <a:cs typeface="Arial"/>
              </a:defRPr>
            </a:lvl6pPr>
            <a:lvl7pPr algn="l">
              <a:defRPr sz="1425" b="1">
                <a:solidFill>
                  <a:srgbClr val="BFF8ED"/>
                </a:solidFill>
                <a:latin typeface="Arial"/>
                <a:ea typeface="Arial"/>
                <a:cs typeface="Arial"/>
              </a:defRPr>
            </a:lvl7pPr>
            <a:lvl8pPr algn="l">
              <a:defRPr sz="1425" b="1">
                <a:solidFill>
                  <a:srgbClr val="BFF8ED"/>
                </a:solidFill>
                <a:latin typeface="Arial"/>
                <a:ea typeface="Arial"/>
                <a:cs typeface="Arial"/>
              </a:defRPr>
            </a:lvl8pPr>
            <a:lvl9pPr algn="l">
              <a:defRPr sz="1425" b="1">
                <a:solidFill>
                  <a:srgbClr val="BFF8ED"/>
                </a:solidFill>
                <a:latin typeface="Arial"/>
                <a:ea typeface="Arial"/>
                <a:cs typeface="Arial"/>
              </a:defRPr>
            </a:lvl9pPr>
          </a:lstStyle>
          <a:p>
            <a:pPr algn="l">
              <a:defRPr sz="1425" b="1">
                <a:solidFill>
                  <a:srgbClr val="BFF8ED"/>
                </a:solidFill>
                <a:latin typeface="Arial"/>
                <a:ea typeface="Arial"/>
                <a:cs typeface="Arial"/>
              </a:defRPr>
            </a:pPr>
            <a:r>
              <a:rPr sz="1425" b="1">
                <a:solidFill>
                  <a:srgbClr val="BFF8ED"/>
                </a:solidFill>
                <a:latin typeface="Arial"/>
                <a:ea typeface="Arial"/>
                <a:cs typeface="Arial"/>
              </a:rPr>
              <a:t>UST RIPPLE  ·  TEAM 1075</a:t>
            </a:r>
          </a:p>
        </p:txBody>
      </p:sp>
      <p:sp>
        <p:nvSpPr>
          <p:cNvPr id="4" name="矩形 3">
            <a:extLst>
              <a:ext uri="{FF2B5EF4-FFF2-40B4-BE49-F238E27FC236}">
                <a16:creationId xmlns:a16="http://schemas.microsoft.com/office/drawing/2014/main" id="{65CA2640-8FDC-4851-945E-3D2A0E6104BF}"/>
              </a:ext>
            </a:extLst>
          </p:cNvPr>
          <p:cNvSpPr>
            <a:spLocks noGrp="1"/>
          </p:cNvSpPr>
          <p:nvPr/>
        </p:nvSpPr>
        <p:spPr>
          <a:xfrm>
            <a:off x="666750" y="1562100"/>
            <a:ext cx="6581775" cy="1647825"/>
          </a:xfrm>
          <a:prstGeom prst="rect">
            <a:avLst/>
          </a:prstGeom>
          <a:noFill/>
          <a:ln w="0">
            <a:noFill/>
            <a:prstDash val="solid"/>
          </a:ln>
        </p:spPr>
        <p:txBody>
          <a:bodyPr wrap="square" lIns="0" tIns="0" rIns="0" bIns="0" anchor="ctr">
            <a:normAutofit/>
          </a:bodyPr>
          <a:lstStyle>
            <a:defPPr algn="l">
              <a:defRPr sz="4350" b="1">
                <a:solidFill>
                  <a:srgbClr val="F6FBFD"/>
                </a:solidFill>
                <a:latin typeface="Arial"/>
                <a:ea typeface="Arial"/>
                <a:cs typeface="Arial"/>
              </a:defRPr>
            </a:defPPr>
            <a:lvl1pPr algn="l">
              <a:defRPr sz="4350" b="1">
                <a:solidFill>
                  <a:srgbClr val="F6FBFD"/>
                </a:solidFill>
                <a:latin typeface="Arial"/>
                <a:ea typeface="Arial"/>
                <a:cs typeface="Arial"/>
              </a:defRPr>
            </a:lvl1pPr>
            <a:lvl2pPr algn="l">
              <a:defRPr sz="4350" b="1">
                <a:solidFill>
                  <a:srgbClr val="F6FBFD"/>
                </a:solidFill>
                <a:latin typeface="Arial"/>
                <a:ea typeface="Arial"/>
                <a:cs typeface="Arial"/>
              </a:defRPr>
            </a:lvl2pPr>
            <a:lvl3pPr algn="l">
              <a:defRPr sz="4350" b="1">
                <a:solidFill>
                  <a:srgbClr val="F6FBFD"/>
                </a:solidFill>
                <a:latin typeface="Arial"/>
                <a:ea typeface="Arial"/>
                <a:cs typeface="Arial"/>
              </a:defRPr>
            </a:lvl3pPr>
            <a:lvl4pPr algn="l">
              <a:defRPr sz="4350" b="1">
                <a:solidFill>
                  <a:srgbClr val="F6FBFD"/>
                </a:solidFill>
                <a:latin typeface="Arial"/>
                <a:ea typeface="Arial"/>
                <a:cs typeface="Arial"/>
              </a:defRPr>
            </a:lvl4pPr>
            <a:lvl5pPr algn="l">
              <a:defRPr sz="4350" b="1">
                <a:solidFill>
                  <a:srgbClr val="F6FBFD"/>
                </a:solidFill>
                <a:latin typeface="Arial"/>
                <a:ea typeface="Arial"/>
                <a:cs typeface="Arial"/>
              </a:defRPr>
            </a:lvl5pPr>
            <a:lvl6pPr algn="l">
              <a:defRPr sz="4350" b="1">
                <a:solidFill>
                  <a:srgbClr val="F6FBFD"/>
                </a:solidFill>
                <a:latin typeface="Arial"/>
                <a:ea typeface="Arial"/>
                <a:cs typeface="Arial"/>
              </a:defRPr>
            </a:lvl6pPr>
            <a:lvl7pPr algn="l">
              <a:defRPr sz="4350" b="1">
                <a:solidFill>
                  <a:srgbClr val="F6FBFD"/>
                </a:solidFill>
                <a:latin typeface="Arial"/>
                <a:ea typeface="Arial"/>
                <a:cs typeface="Arial"/>
              </a:defRPr>
            </a:lvl7pPr>
            <a:lvl8pPr algn="l">
              <a:defRPr sz="4350" b="1">
                <a:solidFill>
                  <a:srgbClr val="F6FBFD"/>
                </a:solidFill>
                <a:latin typeface="Arial"/>
                <a:ea typeface="Arial"/>
                <a:cs typeface="Arial"/>
              </a:defRPr>
            </a:lvl8pPr>
            <a:lvl9pPr algn="l">
              <a:defRPr sz="4350" b="1">
                <a:solidFill>
                  <a:srgbClr val="F6FBFD"/>
                </a:solidFill>
                <a:latin typeface="Arial"/>
                <a:ea typeface="Arial"/>
                <a:cs typeface="Arial"/>
              </a:defRPr>
            </a:lvl9pPr>
          </a:lstStyle>
          <a:p>
            <a:pPr algn="l">
              <a:defRPr sz="4350" b="1">
                <a:solidFill>
                  <a:srgbClr val="F6FBFD"/>
                </a:solidFill>
                <a:latin typeface="Arial"/>
                <a:ea typeface="Arial"/>
                <a:cs typeface="Arial"/>
              </a:defRPr>
            </a:pPr>
            <a:r>
              <a:rPr sz="4350" b="1">
                <a:solidFill>
                  <a:srgbClr val="F6FBFD"/>
                </a:solidFill>
                <a:latin typeface="Arial"/>
                <a:ea typeface="Arial"/>
                <a:cs typeface="Arial"/>
              </a:rPr>
              <a:t>Give us one corridor</a:t>
            </a:r>
          </a:p>
          <a:p>
            <a:pPr algn="l">
              <a:defRPr sz="4350" b="1">
                <a:solidFill>
                  <a:srgbClr val="F6FBFD"/>
                </a:solidFill>
                <a:latin typeface="Arial"/>
                <a:ea typeface="Arial"/>
                <a:cs typeface="Arial"/>
              </a:defRPr>
            </a:pPr>
            <a:r>
              <a:rPr sz="4350" b="1">
                <a:solidFill>
                  <a:srgbClr val="F6FBFD"/>
                </a:solidFill>
                <a:latin typeface="Arial"/>
                <a:ea typeface="Arial"/>
                <a:cs typeface="Arial"/>
              </a:rPr>
              <a:t>to test it</a:t>
            </a:r>
          </a:p>
        </p:txBody>
      </p:sp>
      <p:sp>
        <p:nvSpPr>
          <p:cNvPr id="5" name="矩形 4">
            <a:extLst>
              <a:ext uri="{FF2B5EF4-FFF2-40B4-BE49-F238E27FC236}">
                <a16:creationId xmlns:a16="http://schemas.microsoft.com/office/drawing/2014/main" id="{3B2235D7-E4FF-4A92-9A2A-C2803F588059}"/>
              </a:ext>
            </a:extLst>
          </p:cNvPr>
          <p:cNvSpPr>
            <a:spLocks noGrp="1"/>
          </p:cNvSpPr>
          <p:nvPr/>
        </p:nvSpPr>
        <p:spPr>
          <a:xfrm>
            <a:off x="666750" y="3524250"/>
            <a:ext cx="1095375" cy="57150"/>
          </a:xfrm>
          <a:prstGeom prst="rect">
            <a:avLst/>
          </a:prstGeom>
          <a:solidFill>
            <a:srgbClr val="25D6BE"/>
          </a:solidFill>
          <a:ln w="0">
            <a:noFill/>
            <a:prstDash val="solid"/>
          </a:ln>
        </p:spPr>
        <p:txBody>
          <a:bodyPr/>
          <a:lstStyle/>
          <a:p>
            <a:endParaRPr lang="zh-TW" altLang="en-US"/>
          </a:p>
        </p:txBody>
      </p:sp>
      <p:sp>
        <p:nvSpPr>
          <p:cNvPr id="6" name="矩形 5">
            <a:extLst>
              <a:ext uri="{FF2B5EF4-FFF2-40B4-BE49-F238E27FC236}">
                <a16:creationId xmlns:a16="http://schemas.microsoft.com/office/drawing/2014/main" id="{98AD1D16-CCAD-47BC-903C-2A2CCDDC6C02}"/>
              </a:ext>
            </a:extLst>
          </p:cNvPr>
          <p:cNvSpPr>
            <a:spLocks noGrp="1"/>
          </p:cNvSpPr>
          <p:nvPr/>
        </p:nvSpPr>
        <p:spPr>
          <a:xfrm>
            <a:off x="676275" y="3933825"/>
            <a:ext cx="619125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Working AI Reader</a:t>
            </a:r>
          </a:p>
        </p:txBody>
      </p:sp>
      <p:sp>
        <p:nvSpPr>
          <p:cNvPr id="7" name="矩形 6">
            <a:extLst>
              <a:ext uri="{FF2B5EF4-FFF2-40B4-BE49-F238E27FC236}">
                <a16:creationId xmlns:a16="http://schemas.microsoft.com/office/drawing/2014/main" id="{58BF9B56-EDFA-4EF2-8B24-A787DDE853C8}"/>
              </a:ext>
            </a:extLst>
          </p:cNvPr>
          <p:cNvSpPr>
            <a:spLocks noGrp="1"/>
          </p:cNvSpPr>
          <p:nvPr/>
        </p:nvSpPr>
        <p:spPr>
          <a:xfrm>
            <a:off x="676275" y="4495800"/>
            <a:ext cx="647700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Modelled response options</a:t>
            </a:r>
          </a:p>
        </p:txBody>
      </p:sp>
      <p:sp>
        <p:nvSpPr>
          <p:cNvPr id="8" name="矩形 7">
            <a:extLst>
              <a:ext uri="{FF2B5EF4-FFF2-40B4-BE49-F238E27FC236}">
                <a16:creationId xmlns:a16="http://schemas.microsoft.com/office/drawing/2014/main" id="{8BADA2B2-E894-4F81-8D47-BA34596486EA}"/>
              </a:ext>
            </a:extLst>
          </p:cNvPr>
          <p:cNvSpPr>
            <a:spLocks noGrp="1"/>
          </p:cNvSpPr>
          <p:nvPr/>
        </p:nvSpPr>
        <p:spPr>
          <a:xfrm>
            <a:off x="676275" y="5057775"/>
            <a:ext cx="647700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Operator approval at the final step</a:t>
            </a:r>
          </a:p>
        </p:txBody>
      </p:sp>
      <p:sp>
        <p:nvSpPr>
          <p:cNvPr id="9" name="矩形 8">
            <a:extLst>
              <a:ext uri="{FF2B5EF4-FFF2-40B4-BE49-F238E27FC236}">
                <a16:creationId xmlns:a16="http://schemas.microsoft.com/office/drawing/2014/main" id="{1039288A-F5AB-4FE7-8F39-8DDFA83D7FF6}"/>
              </a:ext>
            </a:extLst>
          </p:cNvPr>
          <p:cNvSpPr>
            <a:spLocks noGrp="1"/>
          </p:cNvSpPr>
          <p:nvPr/>
        </p:nvSpPr>
        <p:spPr>
          <a:xfrm>
            <a:off x="676275" y="5991225"/>
            <a:ext cx="6477000" cy="333375"/>
          </a:xfrm>
          <a:prstGeom prst="rect">
            <a:avLst/>
          </a:prstGeom>
          <a:noFill/>
          <a:ln w="0">
            <a:noFill/>
            <a:prstDash val="solid"/>
          </a:ln>
        </p:spPr>
        <p:txBody>
          <a:bodyPr wrap="square" lIns="0" tIns="0" rIns="0" bIns="0" anchor="ctr">
            <a:normAutofit/>
          </a:bodyPr>
          <a:lstStyle>
            <a:defPPr algn="l">
              <a:defRPr sz="1575" b="0">
                <a:solidFill>
                  <a:srgbClr val="BFF8ED"/>
                </a:solidFill>
                <a:latin typeface="Arial"/>
                <a:ea typeface="Arial"/>
                <a:cs typeface="Arial"/>
              </a:defRPr>
            </a:defPPr>
            <a:lvl1pPr algn="l">
              <a:defRPr sz="1575" b="0">
                <a:solidFill>
                  <a:srgbClr val="BFF8ED"/>
                </a:solidFill>
                <a:latin typeface="Arial"/>
                <a:ea typeface="Arial"/>
                <a:cs typeface="Arial"/>
              </a:defRPr>
            </a:lvl1pPr>
            <a:lvl2pPr algn="l">
              <a:defRPr sz="1575" b="0">
                <a:solidFill>
                  <a:srgbClr val="BFF8ED"/>
                </a:solidFill>
                <a:latin typeface="Arial"/>
                <a:ea typeface="Arial"/>
                <a:cs typeface="Arial"/>
              </a:defRPr>
            </a:lvl2pPr>
            <a:lvl3pPr algn="l">
              <a:defRPr sz="1575" b="0">
                <a:solidFill>
                  <a:srgbClr val="BFF8ED"/>
                </a:solidFill>
                <a:latin typeface="Arial"/>
                <a:ea typeface="Arial"/>
                <a:cs typeface="Arial"/>
              </a:defRPr>
            </a:lvl3pPr>
            <a:lvl4pPr algn="l">
              <a:defRPr sz="1575" b="0">
                <a:solidFill>
                  <a:srgbClr val="BFF8ED"/>
                </a:solidFill>
                <a:latin typeface="Arial"/>
                <a:ea typeface="Arial"/>
                <a:cs typeface="Arial"/>
              </a:defRPr>
            </a:lvl4pPr>
            <a:lvl5pPr algn="l">
              <a:defRPr sz="1575" b="0">
                <a:solidFill>
                  <a:srgbClr val="BFF8ED"/>
                </a:solidFill>
                <a:latin typeface="Arial"/>
                <a:ea typeface="Arial"/>
                <a:cs typeface="Arial"/>
              </a:defRPr>
            </a:lvl5pPr>
            <a:lvl6pPr algn="l">
              <a:defRPr sz="1575" b="0">
                <a:solidFill>
                  <a:srgbClr val="BFF8ED"/>
                </a:solidFill>
                <a:latin typeface="Arial"/>
                <a:ea typeface="Arial"/>
                <a:cs typeface="Arial"/>
              </a:defRPr>
            </a:lvl6pPr>
            <a:lvl7pPr algn="l">
              <a:defRPr sz="1575" b="0">
                <a:solidFill>
                  <a:srgbClr val="BFF8ED"/>
                </a:solidFill>
                <a:latin typeface="Arial"/>
                <a:ea typeface="Arial"/>
                <a:cs typeface="Arial"/>
              </a:defRPr>
            </a:lvl7pPr>
            <a:lvl8pPr algn="l">
              <a:defRPr sz="1575" b="0">
                <a:solidFill>
                  <a:srgbClr val="BFF8ED"/>
                </a:solidFill>
                <a:latin typeface="Arial"/>
                <a:ea typeface="Arial"/>
                <a:cs typeface="Arial"/>
              </a:defRPr>
            </a:lvl8pPr>
            <a:lvl9pPr algn="l">
              <a:defRPr sz="1575" b="0">
                <a:solidFill>
                  <a:srgbClr val="BFF8ED"/>
                </a:solidFill>
                <a:latin typeface="Arial"/>
                <a:ea typeface="Arial"/>
                <a:cs typeface="Arial"/>
              </a:defRPr>
            </a:lvl9pPr>
          </a:lstStyle>
          <a:p>
            <a:pPr algn="l">
              <a:defRPr sz="1575" b="0">
                <a:solidFill>
                  <a:srgbClr val="BFF8ED"/>
                </a:solidFill>
                <a:latin typeface="Arial"/>
                <a:ea typeface="Arial"/>
                <a:cs typeface="Arial"/>
              </a:defRPr>
            </a:pPr>
            <a:r>
              <a:rPr sz="1575" b="0">
                <a:solidFill>
                  <a:srgbClr val="BFF8ED"/>
                </a:solidFill>
                <a:latin typeface="Arial"/>
                <a:ea typeface="Arial"/>
                <a:cs typeface="Arial"/>
              </a:rPr>
              <a:t>Help operators make the next move with evidence.</a:t>
            </a:r>
          </a:p>
        </p:txBody>
      </p:sp>
    </p:spTree>
    <p:extLst>
      <p:ext uri="{BB962C8B-B14F-4D97-AF65-F5344CB8AC3E}">
        <p14:creationId xmlns:p14="http://schemas.microsoft.com/office/powerpoint/2010/main" val="310079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495E7076-E1F3-45EF-A919-0F1EDD7242DE}"/>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A1</a:t>
            </a:r>
          </a:p>
        </p:txBody>
      </p:sp>
      <p:sp>
        <p:nvSpPr>
          <p:cNvPr id="2" name="矩形 1">
            <a:extLst>
              <a:ext uri="{FF2B5EF4-FFF2-40B4-BE49-F238E27FC236}">
                <a16:creationId xmlns:a16="http://schemas.microsoft.com/office/drawing/2014/main" id="{9FEEA14D-A2DB-48E8-B00A-BCA03209BC33}"/>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Aberdeen: the tested options tie</a:t>
            </a:r>
          </a:p>
        </p:txBody>
      </p:sp>
      <p:sp>
        <p:nvSpPr>
          <p:cNvPr id="3" name="矩形 2">
            <a:extLst>
              <a:ext uri="{FF2B5EF4-FFF2-40B4-BE49-F238E27FC236}">
                <a16:creationId xmlns:a16="http://schemas.microsoft.com/office/drawing/2014/main" id="{2D8BE9ED-8BAD-4621-A425-939123836036}"/>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pic>
        <p:nvPicPr>
          <p:cNvPr id="4" name="圖片 3">
            <a:extLst>
              <a:ext uri="{FF2B5EF4-FFF2-40B4-BE49-F238E27FC236}">
                <a16:creationId xmlns:a16="http://schemas.microsoft.com/office/drawing/2014/main" id="{3AB39BC4-C3AF-46A8-B237-A1509812188F}"/>
              </a:ext>
            </a:extLst>
          </p:cNvPr>
          <p:cNvPicPr>
            <a:picLocks noChangeAspect="1"/>
          </p:cNvPicPr>
          <p:nvPr/>
        </p:nvPicPr>
        <p:blipFill>
          <a:blip r:embed="rId3"/>
          <a:srcRect l="21" r="21"/>
          <a:stretch>
            <a:fillRect/>
          </a:stretch>
        </p:blipFill>
        <p:spPr>
          <a:xfrm>
            <a:off x="514350" y="1971675"/>
            <a:ext cx="7667625" cy="4314825"/>
          </a:xfrm>
          <a:prstGeom prst="rect">
            <a:avLst/>
          </a:prstGeom>
        </p:spPr>
      </p:pic>
      <p:sp>
        <p:nvSpPr>
          <p:cNvPr id="5" name="圓角矩形 4">
            <a:extLst>
              <a:ext uri="{FF2B5EF4-FFF2-40B4-BE49-F238E27FC236}">
                <a16:creationId xmlns:a16="http://schemas.microsoft.com/office/drawing/2014/main" id="{05FECA14-F906-47C5-9ECA-6D1E630189AC}"/>
              </a:ext>
            </a:extLst>
          </p:cNvPr>
          <p:cNvSpPr>
            <a:spLocks noGrp="1"/>
          </p:cNvSpPr>
          <p:nvPr/>
        </p:nvSpPr>
        <p:spPr>
          <a:xfrm>
            <a:off x="8410575" y="2228850"/>
            <a:ext cx="3000375" cy="3190875"/>
          </a:xfrm>
          <a:prstGeom prst="roundRect">
            <a:avLst>
              <a:gd name="adj" fmla="val 5714"/>
            </a:avLst>
          </a:prstGeom>
          <a:solidFill>
            <a:srgbClr val="0B2740"/>
          </a:solidFill>
          <a:ln w="0">
            <a:noFill/>
            <a:prstDash val="solid"/>
          </a:ln>
        </p:spPr>
        <p:txBody>
          <a:bodyPr/>
          <a:lstStyle/>
          <a:p>
            <a:endParaRPr/>
          </a:p>
        </p:txBody>
      </p:sp>
      <p:sp>
        <p:nvSpPr>
          <p:cNvPr id="6" name="矩形 5">
            <a:extLst>
              <a:ext uri="{FF2B5EF4-FFF2-40B4-BE49-F238E27FC236}">
                <a16:creationId xmlns:a16="http://schemas.microsoft.com/office/drawing/2014/main" id="{0A323792-277C-4007-BC83-A7D4E113ECC6}"/>
              </a:ext>
            </a:extLst>
          </p:cNvPr>
          <p:cNvSpPr>
            <a:spLocks noGrp="1"/>
          </p:cNvSpPr>
          <p:nvPr/>
        </p:nvSpPr>
        <p:spPr>
          <a:xfrm>
            <a:off x="8667750" y="2657475"/>
            <a:ext cx="2476500" cy="895350"/>
          </a:xfrm>
          <a:prstGeom prst="rect">
            <a:avLst/>
          </a:prstGeom>
          <a:noFill/>
          <a:ln w="0">
            <a:noFill/>
            <a:prstDash val="solid"/>
          </a:ln>
        </p:spPr>
        <p:txBody>
          <a:bodyPr wrap="square" lIns="0" tIns="0" rIns="0" bIns="0" anchor="ctr">
            <a:normAutofit/>
          </a:bodyPr>
          <a:lstStyle>
            <a:defPPr algn="ctr">
              <a:defRPr sz="5400" b="1">
                <a:solidFill>
                  <a:srgbClr val="25D6BE"/>
                </a:solidFill>
                <a:latin typeface="Arial"/>
                <a:ea typeface="Arial"/>
                <a:cs typeface="Arial"/>
              </a:defRPr>
            </a:defPPr>
            <a:lvl1pPr algn="ctr">
              <a:defRPr sz="5400" b="1">
                <a:solidFill>
                  <a:srgbClr val="25D6BE"/>
                </a:solidFill>
                <a:latin typeface="Arial"/>
                <a:ea typeface="Arial"/>
                <a:cs typeface="Arial"/>
              </a:defRPr>
            </a:lvl1pPr>
            <a:lvl2pPr algn="ctr">
              <a:defRPr sz="5400" b="1">
                <a:solidFill>
                  <a:srgbClr val="25D6BE"/>
                </a:solidFill>
                <a:latin typeface="Arial"/>
                <a:ea typeface="Arial"/>
                <a:cs typeface="Arial"/>
              </a:defRPr>
            </a:lvl2pPr>
            <a:lvl3pPr algn="ctr">
              <a:defRPr sz="5400" b="1">
                <a:solidFill>
                  <a:srgbClr val="25D6BE"/>
                </a:solidFill>
                <a:latin typeface="Arial"/>
                <a:ea typeface="Arial"/>
                <a:cs typeface="Arial"/>
              </a:defRPr>
            </a:lvl3pPr>
            <a:lvl4pPr algn="ctr">
              <a:defRPr sz="5400" b="1">
                <a:solidFill>
                  <a:srgbClr val="25D6BE"/>
                </a:solidFill>
                <a:latin typeface="Arial"/>
                <a:ea typeface="Arial"/>
                <a:cs typeface="Arial"/>
              </a:defRPr>
            </a:lvl4pPr>
            <a:lvl5pPr algn="ctr">
              <a:defRPr sz="5400" b="1">
                <a:solidFill>
                  <a:srgbClr val="25D6BE"/>
                </a:solidFill>
                <a:latin typeface="Arial"/>
                <a:ea typeface="Arial"/>
                <a:cs typeface="Arial"/>
              </a:defRPr>
            </a:lvl5pPr>
            <a:lvl6pPr algn="ctr">
              <a:defRPr sz="5400" b="1">
                <a:solidFill>
                  <a:srgbClr val="25D6BE"/>
                </a:solidFill>
                <a:latin typeface="Arial"/>
                <a:ea typeface="Arial"/>
                <a:cs typeface="Arial"/>
              </a:defRPr>
            </a:lvl6pPr>
            <a:lvl7pPr algn="ctr">
              <a:defRPr sz="5400" b="1">
                <a:solidFill>
                  <a:srgbClr val="25D6BE"/>
                </a:solidFill>
                <a:latin typeface="Arial"/>
                <a:ea typeface="Arial"/>
                <a:cs typeface="Arial"/>
              </a:defRPr>
            </a:lvl7pPr>
            <a:lvl8pPr algn="ctr">
              <a:defRPr sz="5400" b="1">
                <a:solidFill>
                  <a:srgbClr val="25D6BE"/>
                </a:solidFill>
                <a:latin typeface="Arial"/>
                <a:ea typeface="Arial"/>
                <a:cs typeface="Arial"/>
              </a:defRPr>
            </a:lvl8pPr>
            <a:lvl9pPr algn="ctr">
              <a:defRPr sz="5400" b="1">
                <a:solidFill>
                  <a:srgbClr val="25D6BE"/>
                </a:solidFill>
                <a:latin typeface="Arial"/>
                <a:ea typeface="Arial"/>
                <a:cs typeface="Arial"/>
              </a:defRPr>
            </a:lvl9pPr>
          </a:lstStyle>
          <a:p>
            <a:pPr algn="ctr">
              <a:defRPr sz="5400" b="1">
                <a:solidFill>
                  <a:srgbClr val="25D6BE"/>
                </a:solidFill>
                <a:latin typeface="Arial"/>
                <a:ea typeface="Arial"/>
                <a:cs typeface="Arial"/>
              </a:defRPr>
            </a:pPr>
            <a:r>
              <a:rPr sz="5400" b="1">
                <a:solidFill>
                  <a:srgbClr val="25D6BE"/>
                </a:solidFill>
                <a:latin typeface="Arial"/>
                <a:ea typeface="Arial"/>
                <a:cs typeface="Arial"/>
              </a:rPr>
              <a:t>HOLD</a:t>
            </a:r>
          </a:p>
        </p:txBody>
      </p:sp>
      <p:sp>
        <p:nvSpPr>
          <p:cNvPr id="7" name="矩形 6">
            <a:extLst>
              <a:ext uri="{FF2B5EF4-FFF2-40B4-BE49-F238E27FC236}">
                <a16:creationId xmlns:a16="http://schemas.microsoft.com/office/drawing/2014/main" id="{8326348A-7C1B-4440-AFE4-CBFA48FFB33C}"/>
              </a:ext>
            </a:extLst>
          </p:cNvPr>
          <p:cNvSpPr>
            <a:spLocks noGrp="1"/>
          </p:cNvSpPr>
          <p:nvPr/>
        </p:nvSpPr>
        <p:spPr>
          <a:xfrm>
            <a:off x="8686800" y="3790950"/>
            <a:ext cx="2476500" cy="723900"/>
          </a:xfrm>
          <a:prstGeom prst="rect">
            <a:avLst/>
          </a:prstGeom>
          <a:noFill/>
          <a:ln w="0">
            <a:noFill/>
            <a:prstDash val="solid"/>
          </a:ln>
        </p:spPr>
        <p:txBody>
          <a:bodyPr wrap="square" lIns="0" tIns="0" rIns="0" bIns="0" anchor="ctr">
            <a:normAutofit/>
          </a:bodyPr>
          <a:lstStyle>
            <a:defPPr algn="ctr">
              <a:defRPr sz="2025" b="1">
                <a:solidFill>
                  <a:srgbClr val="F6FBFD"/>
                </a:solidFill>
                <a:latin typeface="Arial"/>
                <a:ea typeface="Arial"/>
                <a:cs typeface="Arial"/>
              </a:defRPr>
            </a:defPPr>
            <a:lvl1pPr algn="ctr">
              <a:defRPr sz="2025" b="1">
                <a:solidFill>
                  <a:srgbClr val="F6FBFD"/>
                </a:solidFill>
                <a:latin typeface="Arial"/>
                <a:ea typeface="Arial"/>
                <a:cs typeface="Arial"/>
              </a:defRPr>
            </a:lvl1pPr>
            <a:lvl2pPr algn="ctr">
              <a:defRPr sz="2025" b="1">
                <a:solidFill>
                  <a:srgbClr val="F6FBFD"/>
                </a:solidFill>
                <a:latin typeface="Arial"/>
                <a:ea typeface="Arial"/>
                <a:cs typeface="Arial"/>
              </a:defRPr>
            </a:lvl2pPr>
            <a:lvl3pPr algn="ctr">
              <a:defRPr sz="2025" b="1">
                <a:solidFill>
                  <a:srgbClr val="F6FBFD"/>
                </a:solidFill>
                <a:latin typeface="Arial"/>
                <a:ea typeface="Arial"/>
                <a:cs typeface="Arial"/>
              </a:defRPr>
            </a:lvl3pPr>
            <a:lvl4pPr algn="ctr">
              <a:defRPr sz="2025" b="1">
                <a:solidFill>
                  <a:srgbClr val="F6FBFD"/>
                </a:solidFill>
                <a:latin typeface="Arial"/>
                <a:ea typeface="Arial"/>
                <a:cs typeface="Arial"/>
              </a:defRPr>
            </a:lvl4pPr>
            <a:lvl5pPr algn="ctr">
              <a:defRPr sz="2025" b="1">
                <a:solidFill>
                  <a:srgbClr val="F6FBFD"/>
                </a:solidFill>
                <a:latin typeface="Arial"/>
                <a:ea typeface="Arial"/>
                <a:cs typeface="Arial"/>
              </a:defRPr>
            </a:lvl5pPr>
            <a:lvl6pPr algn="ctr">
              <a:defRPr sz="2025" b="1">
                <a:solidFill>
                  <a:srgbClr val="F6FBFD"/>
                </a:solidFill>
                <a:latin typeface="Arial"/>
                <a:ea typeface="Arial"/>
                <a:cs typeface="Arial"/>
              </a:defRPr>
            </a:lvl6pPr>
            <a:lvl7pPr algn="ctr">
              <a:defRPr sz="2025" b="1">
                <a:solidFill>
                  <a:srgbClr val="F6FBFD"/>
                </a:solidFill>
                <a:latin typeface="Arial"/>
                <a:ea typeface="Arial"/>
                <a:cs typeface="Arial"/>
              </a:defRPr>
            </a:lvl7pPr>
            <a:lvl8pPr algn="ctr">
              <a:defRPr sz="2025" b="1">
                <a:solidFill>
                  <a:srgbClr val="F6FBFD"/>
                </a:solidFill>
                <a:latin typeface="Arial"/>
                <a:ea typeface="Arial"/>
                <a:cs typeface="Arial"/>
              </a:defRPr>
            </a:lvl8pPr>
            <a:lvl9pPr algn="ctr">
              <a:defRPr sz="2025" b="1">
                <a:solidFill>
                  <a:srgbClr val="F6FBFD"/>
                </a:solidFill>
                <a:latin typeface="Arial"/>
                <a:ea typeface="Arial"/>
                <a:cs typeface="Arial"/>
              </a:defRPr>
            </a:lvl9pPr>
          </a:lstStyle>
          <a:p>
            <a:pPr algn="ctr">
              <a:defRPr sz="2025" b="1">
                <a:solidFill>
                  <a:srgbClr val="F6FBFD"/>
                </a:solidFill>
                <a:latin typeface="Arial"/>
                <a:ea typeface="Arial"/>
                <a:cs typeface="Arial"/>
              </a:defRPr>
            </a:pPr>
            <a:r>
              <a:rPr sz="2025" b="1">
                <a:solidFill>
                  <a:srgbClr val="F6FBFD"/>
                </a:solidFill>
                <a:latin typeface="Arial"/>
                <a:ea typeface="Arial"/>
                <a:cs typeface="Arial"/>
              </a:rPr>
              <a:t>P0 and P2 tie</a:t>
            </a:r>
          </a:p>
          <a:p>
            <a:pPr algn="ctr">
              <a:defRPr sz="2025" b="1">
                <a:solidFill>
                  <a:srgbClr val="F6FBFD"/>
                </a:solidFill>
                <a:latin typeface="Arial"/>
                <a:ea typeface="Arial"/>
                <a:cs typeface="Arial"/>
              </a:defRPr>
            </a:pPr>
            <a:r>
              <a:rPr sz="2025" b="1">
                <a:solidFill>
                  <a:srgbClr val="F6FBFD"/>
                </a:solidFill>
                <a:latin typeface="Arial"/>
                <a:ea typeface="Arial"/>
                <a:cs typeface="Arial"/>
              </a:rPr>
              <a:t>No route advised</a:t>
            </a:r>
          </a:p>
        </p:txBody>
      </p:sp>
      <p:sp>
        <p:nvSpPr>
          <p:cNvPr id="8" name="矩形 7">
            <a:extLst>
              <a:ext uri="{FF2B5EF4-FFF2-40B4-BE49-F238E27FC236}">
                <a16:creationId xmlns:a16="http://schemas.microsoft.com/office/drawing/2014/main" id="{62860D94-74D3-47EA-B593-E6B5ECBDFB81}"/>
              </a:ext>
            </a:extLst>
          </p:cNvPr>
          <p:cNvSpPr>
            <a:spLocks noGrp="1"/>
          </p:cNvSpPr>
          <p:nvPr/>
        </p:nvSpPr>
        <p:spPr>
          <a:xfrm>
            <a:off x="8753475" y="4562475"/>
            <a:ext cx="2343150" cy="704850"/>
          </a:xfrm>
          <a:prstGeom prst="rect">
            <a:avLst/>
          </a:prstGeom>
          <a:noFill/>
          <a:ln w="0">
            <a:noFill/>
            <a:prstDash val="solid"/>
          </a:ln>
        </p:spPr>
        <p:txBody>
          <a:bodyPr wrap="square" lIns="0" tIns="0" rIns="0" bIns="0" anchor="ctr">
            <a:normAutofit/>
          </a:bodyPr>
          <a:lstStyle>
            <a:defPPr algn="ctr">
              <a:defRPr sz="1725" b="0">
                <a:solidFill>
                  <a:srgbClr val="AFBFCE"/>
                </a:solidFill>
                <a:latin typeface="Arial"/>
                <a:ea typeface="Arial"/>
                <a:cs typeface="Arial"/>
              </a:defRPr>
            </a:defPPr>
            <a:lvl1pPr algn="ctr">
              <a:defRPr sz="1725" b="0">
                <a:solidFill>
                  <a:srgbClr val="AFBFCE"/>
                </a:solidFill>
                <a:latin typeface="Arial"/>
                <a:ea typeface="Arial"/>
                <a:cs typeface="Arial"/>
              </a:defRPr>
            </a:lvl1pPr>
            <a:lvl2pPr algn="ctr">
              <a:defRPr sz="1725" b="0">
                <a:solidFill>
                  <a:srgbClr val="AFBFCE"/>
                </a:solidFill>
                <a:latin typeface="Arial"/>
                <a:ea typeface="Arial"/>
                <a:cs typeface="Arial"/>
              </a:defRPr>
            </a:lvl2pPr>
            <a:lvl3pPr algn="ctr">
              <a:defRPr sz="1725" b="0">
                <a:solidFill>
                  <a:srgbClr val="AFBFCE"/>
                </a:solidFill>
                <a:latin typeface="Arial"/>
                <a:ea typeface="Arial"/>
                <a:cs typeface="Arial"/>
              </a:defRPr>
            </a:lvl3pPr>
            <a:lvl4pPr algn="ctr">
              <a:defRPr sz="1725" b="0">
                <a:solidFill>
                  <a:srgbClr val="AFBFCE"/>
                </a:solidFill>
                <a:latin typeface="Arial"/>
                <a:ea typeface="Arial"/>
                <a:cs typeface="Arial"/>
              </a:defRPr>
            </a:lvl4pPr>
            <a:lvl5pPr algn="ctr">
              <a:defRPr sz="1725" b="0">
                <a:solidFill>
                  <a:srgbClr val="AFBFCE"/>
                </a:solidFill>
                <a:latin typeface="Arial"/>
                <a:ea typeface="Arial"/>
                <a:cs typeface="Arial"/>
              </a:defRPr>
            </a:lvl5pPr>
            <a:lvl6pPr algn="ctr">
              <a:defRPr sz="1725" b="0">
                <a:solidFill>
                  <a:srgbClr val="AFBFCE"/>
                </a:solidFill>
                <a:latin typeface="Arial"/>
                <a:ea typeface="Arial"/>
                <a:cs typeface="Arial"/>
              </a:defRPr>
            </a:lvl6pPr>
            <a:lvl7pPr algn="ctr">
              <a:defRPr sz="1725" b="0">
                <a:solidFill>
                  <a:srgbClr val="AFBFCE"/>
                </a:solidFill>
                <a:latin typeface="Arial"/>
                <a:ea typeface="Arial"/>
                <a:cs typeface="Arial"/>
              </a:defRPr>
            </a:lvl7pPr>
            <a:lvl8pPr algn="ctr">
              <a:defRPr sz="1725" b="0">
                <a:solidFill>
                  <a:srgbClr val="AFBFCE"/>
                </a:solidFill>
                <a:latin typeface="Arial"/>
                <a:ea typeface="Arial"/>
                <a:cs typeface="Arial"/>
              </a:defRPr>
            </a:lvl8pPr>
            <a:lvl9pPr algn="ctr">
              <a:defRPr sz="1725" b="0">
                <a:solidFill>
                  <a:srgbClr val="AFBFCE"/>
                </a:solidFill>
                <a:latin typeface="Arial"/>
                <a:ea typeface="Arial"/>
                <a:cs typeface="Arial"/>
              </a:defRPr>
            </a:lvl9pPr>
          </a:lstStyle>
          <a:p>
            <a:pPr algn="ctr">
              <a:defRPr sz="1725" b="0">
                <a:solidFill>
                  <a:srgbClr val="AFBFCE"/>
                </a:solidFill>
                <a:latin typeface="Arial"/>
                <a:ea typeface="Arial"/>
                <a:cs typeface="Arial"/>
              </a:defRPr>
            </a:pPr>
            <a:r>
              <a:rPr sz="1725" b="0">
                <a:solidFill>
                  <a:srgbClr val="AFBFCE"/>
                </a:solidFill>
                <a:latin typeface="Arial"/>
                <a:ea typeface="Arial"/>
                <a:cs typeface="Arial"/>
              </a:rPr>
              <a:t>30 scored model</a:t>
            </a:r>
          </a:p>
          <a:p>
            <a:pPr algn="ctr">
              <a:defRPr sz="1725" b="0">
                <a:solidFill>
                  <a:srgbClr val="AFBFCE"/>
                </a:solidFill>
                <a:latin typeface="Arial"/>
                <a:ea typeface="Arial"/>
                <a:cs typeface="Arial"/>
              </a:defRPr>
            </a:pPr>
            <a:r>
              <a:rPr sz="1725" b="0">
                <a:solidFill>
                  <a:srgbClr val="AFBFCE"/>
                </a:solidFill>
                <a:latin typeface="Arial"/>
                <a:ea typeface="Arial"/>
                <a:cs typeface="Arial"/>
              </a:rPr>
              <a:t>conditions</a:t>
            </a:r>
          </a:p>
        </p:txBody>
      </p:sp>
      <p:sp>
        <p:nvSpPr>
          <p:cNvPr id="9" name="矩形 8">
            <a:extLst>
              <a:ext uri="{FF2B5EF4-FFF2-40B4-BE49-F238E27FC236}">
                <a16:creationId xmlns:a16="http://schemas.microsoft.com/office/drawing/2014/main" id="{8F880EFB-7337-41FC-8DA1-D8C1E4191EF2}"/>
              </a:ext>
            </a:extLst>
          </p:cNvPr>
          <p:cNvSpPr>
            <a:spLocks noGrp="1"/>
          </p:cNvSpPr>
          <p:nvPr/>
        </p:nvSpPr>
        <p:spPr>
          <a:xfrm>
            <a:off x="514350" y="1695450"/>
            <a:ext cx="7667625" cy="238125"/>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RETROSPECTIVE TD + DETECTOR PLAYBACK  ·  15 MAY 2026</a:t>
            </a:r>
          </a:p>
        </p:txBody>
      </p:sp>
      <p:sp>
        <p:nvSpPr>
          <p:cNvPr id="10" name="矩形 9">
            <a:extLst>
              <a:ext uri="{FF2B5EF4-FFF2-40B4-BE49-F238E27FC236}">
                <a16:creationId xmlns:a16="http://schemas.microsoft.com/office/drawing/2014/main" id="{EC4DDDDB-1FD0-41F1-9F10-5437EAFEE173}"/>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1" name="矩形 10">
            <a:extLst>
              <a:ext uri="{FF2B5EF4-FFF2-40B4-BE49-F238E27FC236}">
                <a16:creationId xmlns:a16="http://schemas.microsoft.com/office/drawing/2014/main" id="{13534745-61DE-4199-AB65-878B5CB8B261}"/>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A1</a:t>
            </a:r>
          </a:p>
        </p:txBody>
      </p:sp>
    </p:spTree>
    <p:extLst>
      <p:ext uri="{BB962C8B-B14F-4D97-AF65-F5344CB8AC3E}">
        <p14:creationId xmlns:p14="http://schemas.microsoft.com/office/powerpoint/2010/main" val="1995437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071125A5-173F-4DFB-AD6F-A9CD40A63F97}"/>
              </a:ext>
            </a:extLst>
          </p:cNvPr>
          <p:cNvPicPr>
            <a:picLocks noChangeAspect="1"/>
          </p:cNvPicPr>
          <p:nvPr/>
        </p:nvPicPr>
        <p:blipFill>
          <a:blip r:embed="rId3"/>
          <a:srcRect/>
          <a:stretch>
            <a:fillRect/>
          </a:stretch>
        </p:blipFill>
        <p:spPr>
          <a:xfrm>
            <a:off x="0" y="0"/>
            <a:ext cx="12192000" cy="6858000"/>
          </a:xfrm>
          <a:prstGeom prst="rect">
            <a:avLst/>
          </a:prstGeom>
        </p:spPr>
      </p:pic>
    </p:spTree>
    <p:extLst>
      <p:ext uri="{BB962C8B-B14F-4D97-AF65-F5344CB8AC3E}">
        <p14:creationId xmlns:p14="http://schemas.microsoft.com/office/powerpoint/2010/main" val="311292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93EA053B-8642-4311-8082-128365CE4447}"/>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A3</a:t>
            </a:r>
          </a:p>
        </p:txBody>
      </p:sp>
      <p:sp>
        <p:nvSpPr>
          <p:cNvPr id="2" name="矩形 1">
            <a:extLst>
              <a:ext uri="{FF2B5EF4-FFF2-40B4-BE49-F238E27FC236}">
                <a16:creationId xmlns:a16="http://schemas.microsoft.com/office/drawing/2014/main" id="{C6985B71-B0EE-4785-87E0-6BDD6B1C28E0}"/>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Tuen Mun: targeted advice leads in the model</a:t>
            </a:r>
          </a:p>
        </p:txBody>
      </p:sp>
      <p:sp>
        <p:nvSpPr>
          <p:cNvPr id="3" name="矩形 2">
            <a:extLst>
              <a:ext uri="{FF2B5EF4-FFF2-40B4-BE49-F238E27FC236}">
                <a16:creationId xmlns:a16="http://schemas.microsoft.com/office/drawing/2014/main" id="{EEF1A91A-6FDC-4E6D-B875-19BD61DC7180}"/>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sp>
        <p:nvSpPr>
          <p:cNvPr id="4" name="矩形 3">
            <a:extLst>
              <a:ext uri="{FF2B5EF4-FFF2-40B4-BE49-F238E27FC236}">
                <a16:creationId xmlns:a16="http://schemas.microsoft.com/office/drawing/2014/main" id="{AF366F79-8A20-443F-8C40-F538D00A4C8D}"/>
              </a:ext>
            </a:extLst>
          </p:cNvPr>
          <p:cNvSpPr>
            <a:spLocks noGrp="1"/>
          </p:cNvSpPr>
          <p:nvPr/>
        </p:nvSpPr>
        <p:spPr>
          <a:xfrm>
            <a:off x="647700" y="1838325"/>
            <a:ext cx="7524750" cy="400050"/>
          </a:xfrm>
          <a:prstGeom prst="rect">
            <a:avLst/>
          </a:prstGeom>
          <a:noFill/>
          <a:ln w="0">
            <a:noFill/>
            <a:prstDash val="solid"/>
          </a:ln>
        </p:spPr>
        <p:txBody>
          <a:bodyPr wrap="square" lIns="0" tIns="0" rIns="0" bIns="0" anchor="ctr">
            <a:normAutofit/>
          </a:bodyPr>
          <a:lstStyle>
            <a:defPPr algn="l">
              <a:defRPr sz="2025" b="1">
                <a:solidFill>
                  <a:srgbClr val="112237"/>
                </a:solidFill>
                <a:latin typeface="Arial"/>
                <a:ea typeface="Arial"/>
                <a:cs typeface="Arial"/>
              </a:defRPr>
            </a:defPPr>
            <a:lvl1pPr algn="l">
              <a:defRPr sz="2025" b="1">
                <a:solidFill>
                  <a:srgbClr val="112237"/>
                </a:solidFill>
                <a:latin typeface="Arial"/>
                <a:ea typeface="Arial"/>
                <a:cs typeface="Arial"/>
              </a:defRPr>
            </a:lvl1pPr>
            <a:lvl2pPr algn="l">
              <a:defRPr sz="2025" b="1">
                <a:solidFill>
                  <a:srgbClr val="112237"/>
                </a:solidFill>
                <a:latin typeface="Arial"/>
                <a:ea typeface="Arial"/>
                <a:cs typeface="Arial"/>
              </a:defRPr>
            </a:lvl2pPr>
            <a:lvl3pPr algn="l">
              <a:defRPr sz="2025" b="1">
                <a:solidFill>
                  <a:srgbClr val="112237"/>
                </a:solidFill>
                <a:latin typeface="Arial"/>
                <a:ea typeface="Arial"/>
                <a:cs typeface="Arial"/>
              </a:defRPr>
            </a:lvl3pPr>
            <a:lvl4pPr algn="l">
              <a:defRPr sz="2025" b="1">
                <a:solidFill>
                  <a:srgbClr val="112237"/>
                </a:solidFill>
                <a:latin typeface="Arial"/>
                <a:ea typeface="Arial"/>
                <a:cs typeface="Arial"/>
              </a:defRPr>
            </a:lvl4pPr>
            <a:lvl5pPr algn="l">
              <a:defRPr sz="2025" b="1">
                <a:solidFill>
                  <a:srgbClr val="112237"/>
                </a:solidFill>
                <a:latin typeface="Arial"/>
                <a:ea typeface="Arial"/>
                <a:cs typeface="Arial"/>
              </a:defRPr>
            </a:lvl5pPr>
            <a:lvl6pPr algn="l">
              <a:defRPr sz="2025" b="1">
                <a:solidFill>
                  <a:srgbClr val="112237"/>
                </a:solidFill>
                <a:latin typeface="Arial"/>
                <a:ea typeface="Arial"/>
                <a:cs typeface="Arial"/>
              </a:defRPr>
            </a:lvl6pPr>
            <a:lvl7pPr algn="l">
              <a:defRPr sz="2025" b="1">
                <a:solidFill>
                  <a:srgbClr val="112237"/>
                </a:solidFill>
                <a:latin typeface="Arial"/>
                <a:ea typeface="Arial"/>
                <a:cs typeface="Arial"/>
              </a:defRPr>
            </a:lvl7pPr>
            <a:lvl8pPr algn="l">
              <a:defRPr sz="2025" b="1">
                <a:solidFill>
                  <a:srgbClr val="112237"/>
                </a:solidFill>
                <a:latin typeface="Arial"/>
                <a:ea typeface="Arial"/>
                <a:cs typeface="Arial"/>
              </a:defRPr>
            </a:lvl8pPr>
            <a:lvl9pPr algn="l">
              <a:defRPr sz="2025" b="1">
                <a:solidFill>
                  <a:srgbClr val="112237"/>
                </a:solidFill>
                <a:latin typeface="Arial"/>
                <a:ea typeface="Arial"/>
                <a:cs typeface="Arial"/>
              </a:defRPr>
            </a:lvl9pPr>
          </a:lstStyle>
          <a:p>
            <a:pPr algn="l">
              <a:defRPr sz="2025" b="1">
                <a:solidFill>
                  <a:srgbClr val="112237"/>
                </a:solidFill>
                <a:latin typeface="Arial"/>
                <a:ea typeface="Arial"/>
                <a:cs typeface="Arial"/>
              </a:defRPr>
            </a:pPr>
            <a:r>
              <a:rPr sz="2025" b="1">
                <a:solidFill>
                  <a:srgbClr val="112237"/>
                </a:solidFill>
                <a:latin typeface="Arial"/>
                <a:ea typeface="Arial"/>
                <a:cs typeface="Arial"/>
              </a:rPr>
              <a:t>Change in simulated total delay vs no advice</a:t>
            </a:r>
          </a:p>
        </p:txBody>
      </p:sp>
      <p:sp>
        <p:nvSpPr>
          <p:cNvPr id="5" name="直線接點 4">
            <a:extLst>
              <a:ext uri="{FF2B5EF4-FFF2-40B4-BE49-F238E27FC236}">
                <a16:creationId xmlns:a16="http://schemas.microsoft.com/office/drawing/2014/main" id="{57AE6D5E-0178-4B25-8E1A-84C4F1BE4B17}"/>
              </a:ext>
            </a:extLst>
          </p:cNvPr>
          <p:cNvSpPr>
            <a:spLocks noGrp="1"/>
          </p:cNvSpPr>
          <p:nvPr/>
        </p:nvSpPr>
        <p:spPr>
          <a:xfrm>
            <a:off x="2190750" y="2533650"/>
            <a:ext cx="0" cy="2905125"/>
          </a:xfrm>
          <a:prstGeom prst="line">
            <a:avLst/>
          </a:prstGeom>
          <a:noFill/>
          <a:ln w="9525">
            <a:solidFill>
              <a:srgbClr val="DDE9ED"/>
            </a:solidFill>
            <a:prstDash val="solid"/>
          </a:ln>
        </p:spPr>
        <p:txBody>
          <a:bodyPr/>
          <a:lstStyle/>
          <a:p>
            <a:endParaRPr/>
          </a:p>
        </p:txBody>
      </p:sp>
      <p:sp>
        <p:nvSpPr>
          <p:cNvPr id="6" name="直線接點 5">
            <a:extLst>
              <a:ext uri="{FF2B5EF4-FFF2-40B4-BE49-F238E27FC236}">
                <a16:creationId xmlns:a16="http://schemas.microsoft.com/office/drawing/2014/main" id="{7F57494B-19A9-4BE0-94C8-997C4C0E9F47}"/>
              </a:ext>
            </a:extLst>
          </p:cNvPr>
          <p:cNvSpPr>
            <a:spLocks noGrp="1"/>
          </p:cNvSpPr>
          <p:nvPr/>
        </p:nvSpPr>
        <p:spPr>
          <a:xfrm>
            <a:off x="3333750" y="2533650"/>
            <a:ext cx="0" cy="2905125"/>
          </a:xfrm>
          <a:prstGeom prst="line">
            <a:avLst/>
          </a:prstGeom>
          <a:noFill/>
          <a:ln w="9525">
            <a:solidFill>
              <a:srgbClr val="DDE9ED"/>
            </a:solidFill>
            <a:prstDash val="solid"/>
          </a:ln>
        </p:spPr>
        <p:txBody>
          <a:bodyPr/>
          <a:lstStyle/>
          <a:p>
            <a:endParaRPr/>
          </a:p>
        </p:txBody>
      </p:sp>
      <p:sp>
        <p:nvSpPr>
          <p:cNvPr id="7" name="直線接點 6">
            <a:extLst>
              <a:ext uri="{FF2B5EF4-FFF2-40B4-BE49-F238E27FC236}">
                <a16:creationId xmlns:a16="http://schemas.microsoft.com/office/drawing/2014/main" id="{12B254D6-DC04-4F25-BB98-86A36E432591}"/>
              </a:ext>
            </a:extLst>
          </p:cNvPr>
          <p:cNvSpPr>
            <a:spLocks noGrp="1"/>
          </p:cNvSpPr>
          <p:nvPr/>
        </p:nvSpPr>
        <p:spPr>
          <a:xfrm>
            <a:off x="4476750" y="2533650"/>
            <a:ext cx="0" cy="2905125"/>
          </a:xfrm>
          <a:prstGeom prst="line">
            <a:avLst/>
          </a:prstGeom>
          <a:noFill/>
          <a:ln w="9525">
            <a:solidFill>
              <a:srgbClr val="DDE9ED"/>
            </a:solidFill>
            <a:prstDash val="solid"/>
          </a:ln>
        </p:spPr>
        <p:txBody>
          <a:bodyPr/>
          <a:lstStyle/>
          <a:p>
            <a:endParaRPr/>
          </a:p>
        </p:txBody>
      </p:sp>
      <p:sp>
        <p:nvSpPr>
          <p:cNvPr id="8" name="直線接點 7">
            <a:extLst>
              <a:ext uri="{FF2B5EF4-FFF2-40B4-BE49-F238E27FC236}">
                <a16:creationId xmlns:a16="http://schemas.microsoft.com/office/drawing/2014/main" id="{AD7D941C-0046-4CCE-B976-095E17E29555}"/>
              </a:ext>
            </a:extLst>
          </p:cNvPr>
          <p:cNvSpPr>
            <a:spLocks noGrp="1"/>
          </p:cNvSpPr>
          <p:nvPr/>
        </p:nvSpPr>
        <p:spPr>
          <a:xfrm>
            <a:off x="5619750" y="2533650"/>
            <a:ext cx="0" cy="2905125"/>
          </a:xfrm>
          <a:prstGeom prst="line">
            <a:avLst/>
          </a:prstGeom>
          <a:noFill/>
          <a:ln w="9525">
            <a:solidFill>
              <a:srgbClr val="DDE9ED"/>
            </a:solidFill>
            <a:prstDash val="solid"/>
          </a:ln>
        </p:spPr>
        <p:txBody>
          <a:bodyPr/>
          <a:lstStyle/>
          <a:p>
            <a:endParaRPr/>
          </a:p>
        </p:txBody>
      </p:sp>
      <p:sp>
        <p:nvSpPr>
          <p:cNvPr id="9" name="直線接點 8">
            <a:extLst>
              <a:ext uri="{FF2B5EF4-FFF2-40B4-BE49-F238E27FC236}">
                <a16:creationId xmlns:a16="http://schemas.microsoft.com/office/drawing/2014/main" id="{D2D952EA-A84B-41C4-BB84-4C45E291969E}"/>
              </a:ext>
            </a:extLst>
          </p:cNvPr>
          <p:cNvSpPr>
            <a:spLocks noGrp="1"/>
          </p:cNvSpPr>
          <p:nvPr/>
        </p:nvSpPr>
        <p:spPr>
          <a:xfrm>
            <a:off x="6762750" y="2533650"/>
            <a:ext cx="0" cy="2905125"/>
          </a:xfrm>
          <a:prstGeom prst="line">
            <a:avLst/>
          </a:prstGeom>
          <a:noFill/>
          <a:ln w="9525">
            <a:solidFill>
              <a:srgbClr val="DDE9ED"/>
            </a:solidFill>
            <a:prstDash val="solid"/>
          </a:ln>
        </p:spPr>
        <p:txBody>
          <a:bodyPr/>
          <a:lstStyle/>
          <a:p>
            <a:endParaRPr/>
          </a:p>
        </p:txBody>
      </p:sp>
      <p:sp>
        <p:nvSpPr>
          <p:cNvPr id="10" name="直線接點 9">
            <a:extLst>
              <a:ext uri="{FF2B5EF4-FFF2-40B4-BE49-F238E27FC236}">
                <a16:creationId xmlns:a16="http://schemas.microsoft.com/office/drawing/2014/main" id="{293CA8E5-C8F8-4DF4-992A-FDB5481B37D5}"/>
              </a:ext>
            </a:extLst>
          </p:cNvPr>
          <p:cNvSpPr>
            <a:spLocks noGrp="1"/>
          </p:cNvSpPr>
          <p:nvPr/>
        </p:nvSpPr>
        <p:spPr>
          <a:xfrm>
            <a:off x="7905750" y="2533650"/>
            <a:ext cx="0" cy="2905125"/>
          </a:xfrm>
          <a:prstGeom prst="line">
            <a:avLst/>
          </a:prstGeom>
          <a:noFill/>
          <a:ln w="9525">
            <a:solidFill>
              <a:srgbClr val="DDE9ED"/>
            </a:solidFill>
            <a:prstDash val="solid"/>
          </a:ln>
        </p:spPr>
        <p:txBody>
          <a:bodyPr/>
          <a:lstStyle/>
          <a:p>
            <a:endParaRPr/>
          </a:p>
        </p:txBody>
      </p:sp>
      <p:sp>
        <p:nvSpPr>
          <p:cNvPr id="11" name="直線接點 10">
            <a:extLst>
              <a:ext uri="{FF2B5EF4-FFF2-40B4-BE49-F238E27FC236}">
                <a16:creationId xmlns:a16="http://schemas.microsoft.com/office/drawing/2014/main" id="{7FB0883B-7FB4-40BA-BC54-DEEB1E250B13}"/>
              </a:ext>
            </a:extLst>
          </p:cNvPr>
          <p:cNvSpPr>
            <a:spLocks noGrp="1"/>
          </p:cNvSpPr>
          <p:nvPr/>
        </p:nvSpPr>
        <p:spPr>
          <a:xfrm>
            <a:off x="3333750" y="2533650"/>
            <a:ext cx="0" cy="2905125"/>
          </a:xfrm>
          <a:prstGeom prst="line">
            <a:avLst/>
          </a:prstGeom>
          <a:noFill/>
          <a:ln w="19050">
            <a:solidFill>
              <a:srgbClr val="9AB3BF"/>
            </a:solidFill>
            <a:prstDash val="solid"/>
          </a:ln>
        </p:spPr>
        <p:txBody>
          <a:bodyPr/>
          <a:lstStyle/>
          <a:p>
            <a:endParaRPr/>
          </a:p>
        </p:txBody>
      </p:sp>
      <p:sp>
        <p:nvSpPr>
          <p:cNvPr id="12" name="矩形 11">
            <a:extLst>
              <a:ext uri="{FF2B5EF4-FFF2-40B4-BE49-F238E27FC236}">
                <a16:creationId xmlns:a16="http://schemas.microsoft.com/office/drawing/2014/main" id="{53C85DE0-C42A-400F-9277-CA510A65E033}"/>
              </a:ext>
            </a:extLst>
          </p:cNvPr>
          <p:cNvSpPr>
            <a:spLocks noGrp="1"/>
          </p:cNvSpPr>
          <p:nvPr/>
        </p:nvSpPr>
        <p:spPr>
          <a:xfrm>
            <a:off x="647700" y="28384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P1 broad advice</a:t>
            </a:r>
          </a:p>
        </p:txBody>
      </p:sp>
      <p:sp>
        <p:nvSpPr>
          <p:cNvPr id="13" name="矩形 12">
            <a:extLst>
              <a:ext uri="{FF2B5EF4-FFF2-40B4-BE49-F238E27FC236}">
                <a16:creationId xmlns:a16="http://schemas.microsoft.com/office/drawing/2014/main" id="{5FFDC011-3590-4AEE-B25F-02E63A03EFDB}"/>
              </a:ext>
            </a:extLst>
          </p:cNvPr>
          <p:cNvSpPr>
            <a:spLocks noGrp="1"/>
          </p:cNvSpPr>
          <p:nvPr/>
        </p:nvSpPr>
        <p:spPr>
          <a:xfrm>
            <a:off x="647700" y="38290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P0 no advice</a:t>
            </a:r>
          </a:p>
        </p:txBody>
      </p:sp>
      <p:sp>
        <p:nvSpPr>
          <p:cNvPr id="14" name="矩形 13">
            <a:extLst>
              <a:ext uri="{FF2B5EF4-FFF2-40B4-BE49-F238E27FC236}">
                <a16:creationId xmlns:a16="http://schemas.microsoft.com/office/drawing/2014/main" id="{3D7FEA00-5298-4A20-AEDA-5FE90817F5A0}"/>
              </a:ext>
            </a:extLst>
          </p:cNvPr>
          <p:cNvSpPr>
            <a:spLocks noGrp="1"/>
          </p:cNvSpPr>
          <p:nvPr/>
        </p:nvSpPr>
        <p:spPr>
          <a:xfrm>
            <a:off x="647700" y="48196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P2 targeted advice</a:t>
            </a:r>
          </a:p>
        </p:txBody>
      </p:sp>
      <p:sp>
        <p:nvSpPr>
          <p:cNvPr id="15" name="圓角矩形 14">
            <a:extLst>
              <a:ext uri="{FF2B5EF4-FFF2-40B4-BE49-F238E27FC236}">
                <a16:creationId xmlns:a16="http://schemas.microsoft.com/office/drawing/2014/main" id="{44EC0932-2CA1-4A87-9A31-1C1CADC6834F}"/>
              </a:ext>
            </a:extLst>
          </p:cNvPr>
          <p:cNvSpPr>
            <a:spLocks noGrp="1"/>
          </p:cNvSpPr>
          <p:nvPr/>
        </p:nvSpPr>
        <p:spPr>
          <a:xfrm>
            <a:off x="3333750" y="2790825"/>
            <a:ext cx="4267200" cy="504825"/>
          </a:xfrm>
          <a:prstGeom prst="roundRect">
            <a:avLst>
              <a:gd name="adj" fmla="val 5660"/>
            </a:avLst>
          </a:prstGeom>
          <a:solidFill>
            <a:srgbClr val="FF806E"/>
          </a:solidFill>
          <a:ln w="0">
            <a:noFill/>
            <a:prstDash val="solid"/>
          </a:ln>
        </p:spPr>
        <p:txBody>
          <a:bodyPr/>
          <a:lstStyle/>
          <a:p>
            <a:endParaRPr/>
          </a:p>
        </p:txBody>
      </p:sp>
      <p:sp>
        <p:nvSpPr>
          <p:cNvPr id="16" name="矩形 15">
            <a:extLst>
              <a:ext uri="{FF2B5EF4-FFF2-40B4-BE49-F238E27FC236}">
                <a16:creationId xmlns:a16="http://schemas.microsoft.com/office/drawing/2014/main" id="{5622073D-F7B3-4DCA-A87E-BC053AF322A9}"/>
              </a:ext>
            </a:extLst>
          </p:cNvPr>
          <p:cNvSpPr>
            <a:spLocks noGrp="1"/>
          </p:cNvSpPr>
          <p:nvPr/>
        </p:nvSpPr>
        <p:spPr>
          <a:xfrm>
            <a:off x="7639050" y="2838450"/>
            <a:ext cx="800100" cy="409575"/>
          </a:xfrm>
          <a:prstGeom prst="rect">
            <a:avLst/>
          </a:prstGeom>
          <a:noFill/>
          <a:ln w="0">
            <a:noFill/>
            <a:prstDash val="solid"/>
          </a:ln>
        </p:spPr>
        <p:txBody>
          <a:bodyPr wrap="square" lIns="0" tIns="0" rIns="0" bIns="0" anchor="ctr">
            <a:normAutofit/>
          </a:bodyPr>
          <a:lstStyle>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a:pPr algn="l">
              <a:defRPr sz="1575" b="1">
                <a:solidFill>
                  <a:srgbClr val="112237"/>
                </a:solidFill>
                <a:latin typeface="Arial"/>
                <a:ea typeface="Arial"/>
                <a:cs typeface="Arial"/>
              </a:defRPr>
            </a:pPr>
            <a:r>
              <a:rPr sz="1575" b="1">
                <a:solidFill>
                  <a:srgbClr val="112237"/>
                </a:solidFill>
                <a:latin typeface="Arial"/>
                <a:ea typeface="Arial"/>
                <a:cs typeface="Arial"/>
              </a:rPr>
              <a:t>+37.3%</a:t>
            </a:r>
          </a:p>
        </p:txBody>
      </p:sp>
      <p:sp>
        <p:nvSpPr>
          <p:cNvPr id="17" name="橢圓 16">
            <a:extLst>
              <a:ext uri="{FF2B5EF4-FFF2-40B4-BE49-F238E27FC236}">
                <a16:creationId xmlns:a16="http://schemas.microsoft.com/office/drawing/2014/main" id="{538AA9FF-F8D2-4FAE-BCB2-40487194A5B1}"/>
              </a:ext>
            </a:extLst>
          </p:cNvPr>
          <p:cNvSpPr>
            <a:spLocks noGrp="1"/>
          </p:cNvSpPr>
          <p:nvPr/>
        </p:nvSpPr>
        <p:spPr>
          <a:xfrm>
            <a:off x="3267075" y="3943350"/>
            <a:ext cx="133350" cy="133350"/>
          </a:xfrm>
          <a:prstGeom prst="ellipse">
            <a:avLst/>
          </a:prstGeom>
          <a:solidFill>
            <a:srgbClr val="668095"/>
          </a:solidFill>
          <a:ln w="0">
            <a:noFill/>
            <a:prstDash val="solid"/>
          </a:ln>
        </p:spPr>
        <p:txBody>
          <a:bodyPr/>
          <a:lstStyle/>
          <a:p>
            <a:endParaRPr/>
          </a:p>
        </p:txBody>
      </p:sp>
      <p:sp>
        <p:nvSpPr>
          <p:cNvPr id="18" name="矩形 17">
            <a:extLst>
              <a:ext uri="{FF2B5EF4-FFF2-40B4-BE49-F238E27FC236}">
                <a16:creationId xmlns:a16="http://schemas.microsoft.com/office/drawing/2014/main" id="{8F35B9C8-602E-4E5B-92F6-0D14996F5F76}"/>
              </a:ext>
            </a:extLst>
          </p:cNvPr>
          <p:cNvSpPr>
            <a:spLocks noGrp="1"/>
          </p:cNvSpPr>
          <p:nvPr/>
        </p:nvSpPr>
        <p:spPr>
          <a:xfrm>
            <a:off x="3476625" y="3829050"/>
            <a:ext cx="666750" cy="409575"/>
          </a:xfrm>
          <a:prstGeom prst="rect">
            <a:avLst/>
          </a:prstGeom>
          <a:noFill/>
          <a:ln w="0">
            <a:noFill/>
            <a:prstDash val="solid"/>
          </a:ln>
        </p:spPr>
        <p:txBody>
          <a:bodyPr wrap="square" lIns="0" tIns="0" rIns="0" bIns="0" anchor="ctr">
            <a:normAutofit/>
          </a:bodyPr>
          <a:lstStyle>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a:pPr algn="l">
              <a:defRPr sz="1575" b="1">
                <a:solidFill>
                  <a:srgbClr val="112237"/>
                </a:solidFill>
                <a:latin typeface="Arial"/>
                <a:ea typeface="Arial"/>
                <a:cs typeface="Arial"/>
              </a:defRPr>
            </a:pPr>
            <a:r>
              <a:rPr sz="1575" b="1">
                <a:solidFill>
                  <a:srgbClr val="112237"/>
                </a:solidFill>
                <a:latin typeface="Arial"/>
                <a:ea typeface="Arial"/>
                <a:cs typeface="Arial"/>
              </a:rPr>
              <a:t>0%</a:t>
            </a:r>
          </a:p>
        </p:txBody>
      </p:sp>
      <p:sp>
        <p:nvSpPr>
          <p:cNvPr id="19" name="圓角矩形 18">
            <a:extLst>
              <a:ext uri="{FF2B5EF4-FFF2-40B4-BE49-F238E27FC236}">
                <a16:creationId xmlns:a16="http://schemas.microsoft.com/office/drawing/2014/main" id="{38550CD8-BFF7-406A-B811-035B096572EE}"/>
              </a:ext>
            </a:extLst>
          </p:cNvPr>
          <p:cNvSpPr>
            <a:spLocks noGrp="1"/>
          </p:cNvSpPr>
          <p:nvPr/>
        </p:nvSpPr>
        <p:spPr>
          <a:xfrm>
            <a:off x="2838450" y="4772025"/>
            <a:ext cx="495300" cy="504825"/>
          </a:xfrm>
          <a:prstGeom prst="roundRect">
            <a:avLst>
              <a:gd name="adj" fmla="val 5769"/>
            </a:avLst>
          </a:prstGeom>
          <a:solidFill>
            <a:srgbClr val="25D6BE"/>
          </a:solidFill>
          <a:ln w="0">
            <a:noFill/>
            <a:prstDash val="solid"/>
          </a:ln>
        </p:spPr>
        <p:txBody>
          <a:bodyPr/>
          <a:lstStyle/>
          <a:p>
            <a:endParaRPr/>
          </a:p>
        </p:txBody>
      </p:sp>
      <p:sp>
        <p:nvSpPr>
          <p:cNvPr id="20" name="矩形 19">
            <a:extLst>
              <a:ext uri="{FF2B5EF4-FFF2-40B4-BE49-F238E27FC236}">
                <a16:creationId xmlns:a16="http://schemas.microsoft.com/office/drawing/2014/main" id="{94476516-EB80-4E17-8F5B-45ECAFCE72D8}"/>
              </a:ext>
            </a:extLst>
          </p:cNvPr>
          <p:cNvSpPr>
            <a:spLocks noGrp="1"/>
          </p:cNvSpPr>
          <p:nvPr/>
        </p:nvSpPr>
        <p:spPr>
          <a:xfrm>
            <a:off x="2847975" y="4838700"/>
            <a:ext cx="476250" cy="381000"/>
          </a:xfrm>
          <a:prstGeom prst="rect">
            <a:avLst/>
          </a:prstGeom>
          <a:noFill/>
          <a:ln w="0">
            <a:noFill/>
            <a:prstDash val="solid"/>
          </a:ln>
        </p:spPr>
        <p:txBody>
          <a:bodyPr wrap="square" lIns="0" tIns="0" rIns="0" bIns="0" anchor="ctr">
            <a:normAutofit/>
          </a:bodyPr>
          <a:lstStyle>
            <a:defPPr algn="ctr">
              <a:defRPr sz="1200" b="1">
                <a:solidFill>
                  <a:srgbClr val="07192C"/>
                </a:solidFill>
                <a:latin typeface="Arial"/>
                <a:ea typeface="Arial"/>
                <a:cs typeface="Arial"/>
              </a:defRPr>
            </a:defPPr>
            <a:lvl1pPr algn="ctr">
              <a:defRPr sz="1200" b="1">
                <a:solidFill>
                  <a:srgbClr val="07192C"/>
                </a:solidFill>
                <a:latin typeface="Arial"/>
                <a:ea typeface="Arial"/>
                <a:cs typeface="Arial"/>
              </a:defRPr>
            </a:lvl1pPr>
            <a:lvl2pPr algn="ctr">
              <a:defRPr sz="1200" b="1">
                <a:solidFill>
                  <a:srgbClr val="07192C"/>
                </a:solidFill>
                <a:latin typeface="Arial"/>
                <a:ea typeface="Arial"/>
                <a:cs typeface="Arial"/>
              </a:defRPr>
            </a:lvl2pPr>
            <a:lvl3pPr algn="ctr">
              <a:defRPr sz="1200" b="1">
                <a:solidFill>
                  <a:srgbClr val="07192C"/>
                </a:solidFill>
                <a:latin typeface="Arial"/>
                <a:ea typeface="Arial"/>
                <a:cs typeface="Arial"/>
              </a:defRPr>
            </a:lvl3pPr>
            <a:lvl4pPr algn="ctr">
              <a:defRPr sz="1200" b="1">
                <a:solidFill>
                  <a:srgbClr val="07192C"/>
                </a:solidFill>
                <a:latin typeface="Arial"/>
                <a:ea typeface="Arial"/>
                <a:cs typeface="Arial"/>
              </a:defRPr>
            </a:lvl4pPr>
            <a:lvl5pPr algn="ctr">
              <a:defRPr sz="1200" b="1">
                <a:solidFill>
                  <a:srgbClr val="07192C"/>
                </a:solidFill>
                <a:latin typeface="Arial"/>
                <a:ea typeface="Arial"/>
                <a:cs typeface="Arial"/>
              </a:defRPr>
            </a:lvl5pPr>
            <a:lvl6pPr algn="ctr">
              <a:defRPr sz="1200" b="1">
                <a:solidFill>
                  <a:srgbClr val="07192C"/>
                </a:solidFill>
                <a:latin typeface="Arial"/>
                <a:ea typeface="Arial"/>
                <a:cs typeface="Arial"/>
              </a:defRPr>
            </a:lvl6pPr>
            <a:lvl7pPr algn="ctr">
              <a:defRPr sz="1200" b="1">
                <a:solidFill>
                  <a:srgbClr val="07192C"/>
                </a:solidFill>
                <a:latin typeface="Arial"/>
                <a:ea typeface="Arial"/>
                <a:cs typeface="Arial"/>
              </a:defRPr>
            </a:lvl7pPr>
            <a:lvl8pPr algn="ctr">
              <a:defRPr sz="1200" b="1">
                <a:solidFill>
                  <a:srgbClr val="07192C"/>
                </a:solidFill>
                <a:latin typeface="Arial"/>
                <a:ea typeface="Arial"/>
                <a:cs typeface="Arial"/>
              </a:defRPr>
            </a:lvl8pPr>
            <a:lvl9pPr algn="ctr">
              <a:defRPr sz="1200" b="1">
                <a:solidFill>
                  <a:srgbClr val="07192C"/>
                </a:solidFill>
                <a:latin typeface="Arial"/>
                <a:ea typeface="Arial"/>
                <a:cs typeface="Arial"/>
              </a:defRPr>
            </a:lvl9pPr>
          </a:lstStyle>
          <a:p>
            <a:pPr algn="ctr">
              <a:defRPr sz="1200" b="1">
                <a:solidFill>
                  <a:srgbClr val="07192C"/>
                </a:solidFill>
                <a:latin typeface="Arial"/>
                <a:ea typeface="Arial"/>
                <a:cs typeface="Arial"/>
              </a:defRPr>
            </a:pPr>
            <a:r>
              <a:rPr sz="1200" b="1">
                <a:solidFill>
                  <a:srgbClr val="07192C"/>
                </a:solidFill>
                <a:latin typeface="Arial"/>
                <a:ea typeface="Arial"/>
                <a:cs typeface="Arial"/>
              </a:rPr>
              <a:t>−4.3%</a:t>
            </a:r>
          </a:p>
        </p:txBody>
      </p:sp>
      <p:sp>
        <p:nvSpPr>
          <p:cNvPr id="21" name="矩形 20">
            <a:extLst>
              <a:ext uri="{FF2B5EF4-FFF2-40B4-BE49-F238E27FC236}">
                <a16:creationId xmlns:a16="http://schemas.microsoft.com/office/drawing/2014/main" id="{0525ACD2-A636-4042-A85F-9390177BA671}"/>
              </a:ext>
            </a:extLst>
          </p:cNvPr>
          <p:cNvSpPr>
            <a:spLocks noGrp="1"/>
          </p:cNvSpPr>
          <p:nvPr/>
        </p:nvSpPr>
        <p:spPr>
          <a:xfrm>
            <a:off x="1857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2" name="矩形 21">
            <a:extLst>
              <a:ext uri="{FF2B5EF4-FFF2-40B4-BE49-F238E27FC236}">
                <a16:creationId xmlns:a16="http://schemas.microsoft.com/office/drawing/2014/main" id="{114DD7A8-2D2A-441D-8697-C5ECDEB02B96}"/>
              </a:ext>
            </a:extLst>
          </p:cNvPr>
          <p:cNvSpPr>
            <a:spLocks noGrp="1"/>
          </p:cNvSpPr>
          <p:nvPr/>
        </p:nvSpPr>
        <p:spPr>
          <a:xfrm>
            <a:off x="3000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0</a:t>
            </a:r>
          </a:p>
        </p:txBody>
      </p:sp>
      <p:sp>
        <p:nvSpPr>
          <p:cNvPr id="23" name="矩形 22">
            <a:extLst>
              <a:ext uri="{FF2B5EF4-FFF2-40B4-BE49-F238E27FC236}">
                <a16:creationId xmlns:a16="http://schemas.microsoft.com/office/drawing/2014/main" id="{CE075EB4-27E7-4206-A07B-3A7C2B2346D8}"/>
              </a:ext>
            </a:extLst>
          </p:cNvPr>
          <p:cNvSpPr>
            <a:spLocks noGrp="1"/>
          </p:cNvSpPr>
          <p:nvPr/>
        </p:nvSpPr>
        <p:spPr>
          <a:xfrm>
            <a:off x="4143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4" name="矩形 23">
            <a:extLst>
              <a:ext uri="{FF2B5EF4-FFF2-40B4-BE49-F238E27FC236}">
                <a16:creationId xmlns:a16="http://schemas.microsoft.com/office/drawing/2014/main" id="{EA62E235-AC73-4793-A93A-83FA9CED83ED}"/>
              </a:ext>
            </a:extLst>
          </p:cNvPr>
          <p:cNvSpPr>
            <a:spLocks noGrp="1"/>
          </p:cNvSpPr>
          <p:nvPr/>
        </p:nvSpPr>
        <p:spPr>
          <a:xfrm>
            <a:off x="5286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+20</a:t>
            </a:r>
          </a:p>
        </p:txBody>
      </p:sp>
      <p:sp>
        <p:nvSpPr>
          <p:cNvPr id="25" name="矩形 24">
            <a:extLst>
              <a:ext uri="{FF2B5EF4-FFF2-40B4-BE49-F238E27FC236}">
                <a16:creationId xmlns:a16="http://schemas.microsoft.com/office/drawing/2014/main" id="{3F3D323C-F6F0-4C9D-B4F3-B24897335813}"/>
              </a:ext>
            </a:extLst>
          </p:cNvPr>
          <p:cNvSpPr>
            <a:spLocks noGrp="1"/>
          </p:cNvSpPr>
          <p:nvPr/>
        </p:nvSpPr>
        <p:spPr>
          <a:xfrm>
            <a:off x="6429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+30</a:t>
            </a:r>
          </a:p>
        </p:txBody>
      </p:sp>
      <p:sp>
        <p:nvSpPr>
          <p:cNvPr id="26" name="矩形 25">
            <a:extLst>
              <a:ext uri="{FF2B5EF4-FFF2-40B4-BE49-F238E27FC236}">
                <a16:creationId xmlns:a16="http://schemas.microsoft.com/office/drawing/2014/main" id="{0FCCED58-2D56-4E30-87F5-DB87DAB1988D}"/>
              </a:ext>
            </a:extLst>
          </p:cNvPr>
          <p:cNvSpPr>
            <a:spLocks noGrp="1"/>
          </p:cNvSpPr>
          <p:nvPr/>
        </p:nvSpPr>
        <p:spPr>
          <a:xfrm>
            <a:off x="7572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+40</a:t>
            </a:r>
          </a:p>
        </p:txBody>
      </p:sp>
      <p:sp>
        <p:nvSpPr>
          <p:cNvPr id="27" name="矩形 26">
            <a:extLst>
              <a:ext uri="{FF2B5EF4-FFF2-40B4-BE49-F238E27FC236}">
                <a16:creationId xmlns:a16="http://schemas.microsoft.com/office/drawing/2014/main" id="{28973BBA-0A70-4894-9733-729B9A8766B3}"/>
              </a:ext>
            </a:extLst>
          </p:cNvPr>
          <p:cNvSpPr>
            <a:spLocks noGrp="1"/>
          </p:cNvSpPr>
          <p:nvPr/>
        </p:nvSpPr>
        <p:spPr>
          <a:xfrm>
            <a:off x="8458200" y="2114550"/>
            <a:ext cx="19050" cy="3514725"/>
          </a:xfrm>
          <a:prstGeom prst="rect">
            <a:avLst/>
          </a:prstGeom>
          <a:solidFill>
            <a:srgbClr val="D8E5EA"/>
          </a:solidFill>
          <a:ln w="0">
            <a:noFill/>
            <a:prstDash val="solid"/>
          </a:ln>
        </p:spPr>
        <p:txBody>
          <a:bodyPr/>
          <a:lstStyle/>
          <a:p>
            <a:endParaRPr/>
          </a:p>
        </p:txBody>
      </p:sp>
      <p:sp>
        <p:nvSpPr>
          <p:cNvPr id="28" name="矩形 27">
            <a:extLst>
              <a:ext uri="{FF2B5EF4-FFF2-40B4-BE49-F238E27FC236}">
                <a16:creationId xmlns:a16="http://schemas.microsoft.com/office/drawing/2014/main" id="{6E7DA1B4-2ADC-4E69-87F9-F25E4952FA63}"/>
              </a:ext>
            </a:extLst>
          </p:cNvPr>
          <p:cNvSpPr>
            <a:spLocks noGrp="1"/>
          </p:cNvSpPr>
          <p:nvPr/>
        </p:nvSpPr>
        <p:spPr>
          <a:xfrm>
            <a:off x="8839200" y="2257425"/>
            <a:ext cx="2571750" cy="323850"/>
          </a:xfrm>
          <a:prstGeom prst="rect">
            <a:avLst/>
          </a:prstGeom>
          <a:noFill/>
          <a:ln w="0">
            <a:noFill/>
            <a:prstDash val="solid"/>
          </a:ln>
        </p:spPr>
        <p:txBody>
          <a:bodyPr wrap="square" lIns="0" tIns="0" rIns="0" bIns="0" anchor="ctr">
            <a:normAutofit/>
          </a:bodyPr>
          <a:lstStyle>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a:pPr algn="l">
              <a:defRPr sz="1425" b="0">
                <a:solidFill>
                  <a:srgbClr val="668095"/>
                </a:solidFill>
                <a:latin typeface="Arial"/>
                <a:ea typeface="Arial"/>
                <a:cs typeface="Arial"/>
              </a:defRPr>
            </a:pPr>
            <a:r>
              <a:rPr sz="1425" b="0">
                <a:solidFill>
                  <a:srgbClr val="668095"/>
                </a:solidFill>
                <a:latin typeface="Arial"/>
                <a:ea typeface="Arial"/>
                <a:cs typeface="Arial"/>
              </a:rPr>
              <a:t>AI proposed 80%</a:t>
            </a:r>
          </a:p>
        </p:txBody>
      </p:sp>
      <p:sp>
        <p:nvSpPr>
          <p:cNvPr id="29" name="矩形 28">
            <a:extLst>
              <a:ext uri="{FF2B5EF4-FFF2-40B4-BE49-F238E27FC236}">
                <a16:creationId xmlns:a16="http://schemas.microsoft.com/office/drawing/2014/main" id="{656259EC-5A45-46B5-BB34-6CECC484AB43}"/>
              </a:ext>
            </a:extLst>
          </p:cNvPr>
          <p:cNvSpPr>
            <a:spLocks noGrp="1"/>
          </p:cNvSpPr>
          <p:nvPr/>
        </p:nvSpPr>
        <p:spPr>
          <a:xfrm>
            <a:off x="8782050" y="2657475"/>
            <a:ext cx="2647950" cy="1009650"/>
          </a:xfrm>
          <a:prstGeom prst="rect">
            <a:avLst/>
          </a:prstGeom>
          <a:noFill/>
          <a:ln w="0">
            <a:noFill/>
            <a:prstDash val="solid"/>
          </a:ln>
        </p:spPr>
        <p:txBody>
          <a:bodyPr wrap="square" lIns="0" tIns="0" rIns="0" bIns="0" anchor="ctr">
            <a:normAutofit/>
          </a:bodyPr>
          <a:lstStyle>
            <a:defPPr algn="l">
              <a:defRPr sz="5775" b="1">
                <a:solidFill>
                  <a:srgbClr val="0B2740"/>
                </a:solidFill>
                <a:latin typeface="Arial"/>
                <a:ea typeface="Arial"/>
                <a:cs typeface="Arial"/>
              </a:defRPr>
            </a:defPPr>
            <a:lvl1pPr algn="l">
              <a:defRPr sz="5775" b="1">
                <a:solidFill>
                  <a:srgbClr val="0B2740"/>
                </a:solidFill>
                <a:latin typeface="Arial"/>
                <a:ea typeface="Arial"/>
                <a:cs typeface="Arial"/>
              </a:defRPr>
            </a:lvl1pPr>
            <a:lvl2pPr algn="l">
              <a:defRPr sz="5775" b="1">
                <a:solidFill>
                  <a:srgbClr val="0B2740"/>
                </a:solidFill>
                <a:latin typeface="Arial"/>
                <a:ea typeface="Arial"/>
                <a:cs typeface="Arial"/>
              </a:defRPr>
            </a:lvl2pPr>
            <a:lvl3pPr algn="l">
              <a:defRPr sz="5775" b="1">
                <a:solidFill>
                  <a:srgbClr val="0B2740"/>
                </a:solidFill>
                <a:latin typeface="Arial"/>
                <a:ea typeface="Arial"/>
                <a:cs typeface="Arial"/>
              </a:defRPr>
            </a:lvl3pPr>
            <a:lvl4pPr algn="l">
              <a:defRPr sz="5775" b="1">
                <a:solidFill>
                  <a:srgbClr val="0B2740"/>
                </a:solidFill>
                <a:latin typeface="Arial"/>
                <a:ea typeface="Arial"/>
                <a:cs typeface="Arial"/>
              </a:defRPr>
            </a:lvl4pPr>
            <a:lvl5pPr algn="l">
              <a:defRPr sz="5775" b="1">
                <a:solidFill>
                  <a:srgbClr val="0B2740"/>
                </a:solidFill>
                <a:latin typeface="Arial"/>
                <a:ea typeface="Arial"/>
                <a:cs typeface="Arial"/>
              </a:defRPr>
            </a:lvl5pPr>
            <a:lvl6pPr algn="l">
              <a:defRPr sz="5775" b="1">
                <a:solidFill>
                  <a:srgbClr val="0B2740"/>
                </a:solidFill>
                <a:latin typeface="Arial"/>
                <a:ea typeface="Arial"/>
                <a:cs typeface="Arial"/>
              </a:defRPr>
            </a:lvl6pPr>
            <a:lvl7pPr algn="l">
              <a:defRPr sz="5775" b="1">
                <a:solidFill>
                  <a:srgbClr val="0B2740"/>
                </a:solidFill>
                <a:latin typeface="Arial"/>
                <a:ea typeface="Arial"/>
                <a:cs typeface="Arial"/>
              </a:defRPr>
            </a:lvl7pPr>
            <a:lvl8pPr algn="l">
              <a:defRPr sz="5775" b="1">
                <a:solidFill>
                  <a:srgbClr val="0B2740"/>
                </a:solidFill>
                <a:latin typeface="Arial"/>
                <a:ea typeface="Arial"/>
                <a:cs typeface="Arial"/>
              </a:defRPr>
            </a:lvl8pPr>
            <a:lvl9pPr algn="l">
              <a:defRPr sz="5775" b="1">
                <a:solidFill>
                  <a:srgbClr val="0B2740"/>
                </a:solidFill>
                <a:latin typeface="Arial"/>
                <a:ea typeface="Arial"/>
                <a:cs typeface="Arial"/>
              </a:defRPr>
            </a:lvl9pPr>
          </a:lstStyle>
          <a:p>
            <a:pPr algn="l">
              <a:defRPr sz="5775" b="1">
                <a:solidFill>
                  <a:srgbClr val="0B2740"/>
                </a:solidFill>
                <a:latin typeface="Arial"/>
                <a:ea typeface="Arial"/>
                <a:cs typeface="Arial"/>
              </a:defRPr>
            </a:pPr>
            <a:r>
              <a:rPr sz="5775" b="1">
                <a:solidFill>
                  <a:srgbClr val="0B2740"/>
                </a:solidFill>
                <a:latin typeface="Arial"/>
                <a:ea typeface="Arial"/>
                <a:cs typeface="Arial"/>
              </a:rPr>
              <a:t>11%</a:t>
            </a:r>
          </a:p>
        </p:txBody>
      </p:sp>
      <p:sp>
        <p:nvSpPr>
          <p:cNvPr id="30" name="矩形 29">
            <a:extLst>
              <a:ext uri="{FF2B5EF4-FFF2-40B4-BE49-F238E27FC236}">
                <a16:creationId xmlns:a16="http://schemas.microsoft.com/office/drawing/2014/main" id="{1A314DCE-E223-4600-A856-0D6BEEB86C65}"/>
              </a:ext>
            </a:extLst>
          </p:cNvPr>
          <p:cNvSpPr>
            <a:spLocks noGrp="1"/>
          </p:cNvSpPr>
          <p:nvPr/>
        </p:nvSpPr>
        <p:spPr>
          <a:xfrm>
            <a:off x="8839200" y="3676650"/>
            <a:ext cx="2647950" cy="676275"/>
          </a:xfrm>
          <a:prstGeom prst="rect">
            <a:avLst/>
          </a:prstGeom>
          <a:noFill/>
          <a:ln w="0">
            <a:noFill/>
            <a:prstDash val="solid"/>
          </a:ln>
        </p:spPr>
        <p:txBody>
          <a:bodyPr wrap="square" lIns="0" tIns="0" rIns="0" bIns="0" anchor="ctr">
            <a:normAutofit/>
          </a:bodyPr>
          <a:lstStyle>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a:pPr algn="l">
              <a:defRPr sz="1575" b="0">
                <a:solidFill>
                  <a:srgbClr val="668095"/>
                </a:solidFill>
                <a:latin typeface="Arial"/>
                <a:ea typeface="Arial"/>
                <a:cs typeface="Arial"/>
              </a:defRPr>
            </a:pPr>
            <a:r>
              <a:rPr sz="1575" b="0">
                <a:solidFill>
                  <a:srgbClr val="668095"/>
                </a:solidFill>
                <a:latin typeface="Arial"/>
                <a:ea typeface="Arial"/>
                <a:cs typeface="Arial"/>
              </a:rPr>
              <a:t>eligible drivers after</a:t>
            </a:r>
          </a:p>
          <a:p>
            <a:pPr algn="l">
              <a:defRPr sz="1575" b="0">
                <a:solidFill>
                  <a:srgbClr val="668095"/>
                </a:solidFill>
                <a:latin typeface="Arial"/>
                <a:ea typeface="Arial"/>
                <a:cs typeface="Arial"/>
              </a:defRPr>
            </a:pPr>
            <a:r>
              <a:rPr sz="1575" b="0">
                <a:solidFill>
                  <a:srgbClr val="668095"/>
                </a:solidFill>
                <a:latin typeface="Arial"/>
                <a:ea typeface="Arial"/>
                <a:cs typeface="Arial"/>
              </a:rPr>
              <a:t>capacity rule</a:t>
            </a:r>
          </a:p>
        </p:txBody>
      </p:sp>
      <p:sp>
        <p:nvSpPr>
          <p:cNvPr id="31" name="矩形 30">
            <a:extLst>
              <a:ext uri="{FF2B5EF4-FFF2-40B4-BE49-F238E27FC236}">
                <a16:creationId xmlns:a16="http://schemas.microsoft.com/office/drawing/2014/main" id="{FEF7ABFE-8946-4EFD-8B63-22EE33872996}"/>
              </a:ext>
            </a:extLst>
          </p:cNvPr>
          <p:cNvSpPr>
            <a:spLocks noGrp="1"/>
          </p:cNvSpPr>
          <p:nvPr/>
        </p:nvSpPr>
        <p:spPr>
          <a:xfrm>
            <a:off x="8782050" y="4486275"/>
            <a:ext cx="2647950" cy="723900"/>
          </a:xfrm>
          <a:prstGeom prst="rect">
            <a:avLst/>
          </a:prstGeom>
          <a:noFill/>
          <a:ln w="0">
            <a:noFill/>
            <a:prstDash val="solid"/>
          </a:ln>
        </p:spPr>
        <p:txBody>
          <a:bodyPr wrap="square" lIns="0" tIns="0" rIns="0" bIns="0" anchor="ctr">
            <a:normAutofit/>
          </a:bodyPr>
          <a:lstStyle>
            <a:defPPr algn="l">
              <a:defRPr sz="3900" b="1">
                <a:solidFill>
                  <a:srgbClr val="25D6BE"/>
                </a:solidFill>
                <a:latin typeface="Arial"/>
                <a:ea typeface="Arial"/>
                <a:cs typeface="Arial"/>
              </a:defRPr>
            </a:defPPr>
            <a:lvl1pPr algn="l">
              <a:defRPr sz="3900" b="1">
                <a:solidFill>
                  <a:srgbClr val="25D6BE"/>
                </a:solidFill>
                <a:latin typeface="Arial"/>
                <a:ea typeface="Arial"/>
                <a:cs typeface="Arial"/>
              </a:defRPr>
            </a:lvl1pPr>
            <a:lvl2pPr algn="l">
              <a:defRPr sz="3900" b="1">
                <a:solidFill>
                  <a:srgbClr val="25D6BE"/>
                </a:solidFill>
                <a:latin typeface="Arial"/>
                <a:ea typeface="Arial"/>
                <a:cs typeface="Arial"/>
              </a:defRPr>
            </a:lvl2pPr>
            <a:lvl3pPr algn="l">
              <a:defRPr sz="3900" b="1">
                <a:solidFill>
                  <a:srgbClr val="25D6BE"/>
                </a:solidFill>
                <a:latin typeface="Arial"/>
                <a:ea typeface="Arial"/>
                <a:cs typeface="Arial"/>
              </a:defRPr>
            </a:lvl3pPr>
            <a:lvl4pPr algn="l">
              <a:defRPr sz="3900" b="1">
                <a:solidFill>
                  <a:srgbClr val="25D6BE"/>
                </a:solidFill>
                <a:latin typeface="Arial"/>
                <a:ea typeface="Arial"/>
                <a:cs typeface="Arial"/>
              </a:defRPr>
            </a:lvl4pPr>
            <a:lvl5pPr algn="l">
              <a:defRPr sz="3900" b="1">
                <a:solidFill>
                  <a:srgbClr val="25D6BE"/>
                </a:solidFill>
                <a:latin typeface="Arial"/>
                <a:ea typeface="Arial"/>
                <a:cs typeface="Arial"/>
              </a:defRPr>
            </a:lvl5pPr>
            <a:lvl6pPr algn="l">
              <a:defRPr sz="3900" b="1">
                <a:solidFill>
                  <a:srgbClr val="25D6BE"/>
                </a:solidFill>
                <a:latin typeface="Arial"/>
                <a:ea typeface="Arial"/>
                <a:cs typeface="Arial"/>
              </a:defRPr>
            </a:lvl6pPr>
            <a:lvl7pPr algn="l">
              <a:defRPr sz="3900" b="1">
                <a:solidFill>
                  <a:srgbClr val="25D6BE"/>
                </a:solidFill>
                <a:latin typeface="Arial"/>
                <a:ea typeface="Arial"/>
                <a:cs typeface="Arial"/>
              </a:defRPr>
            </a:lvl7pPr>
            <a:lvl8pPr algn="l">
              <a:defRPr sz="3900" b="1">
                <a:solidFill>
                  <a:srgbClr val="25D6BE"/>
                </a:solidFill>
                <a:latin typeface="Arial"/>
                <a:ea typeface="Arial"/>
                <a:cs typeface="Arial"/>
              </a:defRPr>
            </a:lvl8pPr>
            <a:lvl9pPr algn="l">
              <a:defRPr sz="3900" b="1">
                <a:solidFill>
                  <a:srgbClr val="25D6BE"/>
                </a:solidFill>
                <a:latin typeface="Arial"/>
                <a:ea typeface="Arial"/>
                <a:cs typeface="Arial"/>
              </a:defRPr>
            </a:lvl9pPr>
          </a:lstStyle>
          <a:p>
            <a:pPr algn="l">
              <a:defRPr sz="3900" b="1">
                <a:solidFill>
                  <a:srgbClr val="25D6BE"/>
                </a:solidFill>
                <a:latin typeface="Arial"/>
                <a:ea typeface="Arial"/>
                <a:cs typeface="Arial"/>
              </a:defRPr>
            </a:pPr>
            <a:r>
              <a:rPr sz="3900" b="1">
                <a:solidFill>
                  <a:srgbClr val="25D6BE"/>
                </a:solidFill>
                <a:latin typeface="Arial"/>
                <a:ea typeface="Arial"/>
                <a:cs typeface="Arial"/>
              </a:rPr>
              <a:t>17 / 18</a:t>
            </a:r>
          </a:p>
        </p:txBody>
      </p:sp>
      <p:sp>
        <p:nvSpPr>
          <p:cNvPr id="32" name="矩形 31">
            <a:extLst>
              <a:ext uri="{FF2B5EF4-FFF2-40B4-BE49-F238E27FC236}">
                <a16:creationId xmlns:a16="http://schemas.microsoft.com/office/drawing/2014/main" id="{E6275DD6-908C-419C-B8E2-B7E7CB079A79}"/>
              </a:ext>
            </a:extLst>
          </p:cNvPr>
          <p:cNvSpPr>
            <a:spLocks noGrp="1"/>
          </p:cNvSpPr>
          <p:nvPr/>
        </p:nvSpPr>
        <p:spPr>
          <a:xfrm>
            <a:off x="8839200" y="5210175"/>
            <a:ext cx="2667000" cy="409575"/>
          </a:xfrm>
          <a:prstGeom prst="rect">
            <a:avLst/>
          </a:prstGeom>
          <a:noFill/>
          <a:ln w="0">
            <a:noFill/>
            <a:prstDash val="solid"/>
          </a:ln>
        </p:spPr>
        <p:txBody>
          <a:bodyPr wrap="square" lIns="0" tIns="0" rIns="0" bIns="0" anchor="ctr">
            <a:normAutofit/>
          </a:bodyPr>
          <a:lstStyle>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a:pPr algn="l">
              <a:defRPr sz="1575" b="0">
                <a:solidFill>
                  <a:srgbClr val="668095"/>
                </a:solidFill>
                <a:latin typeface="Arial"/>
                <a:ea typeface="Arial"/>
                <a:cs typeface="Arial"/>
              </a:defRPr>
            </a:pPr>
            <a:r>
              <a:rPr sz="1575" b="0">
                <a:solidFill>
                  <a:srgbClr val="668095"/>
                </a:solidFill>
                <a:latin typeface="Arial"/>
                <a:ea typeface="Arial"/>
                <a:cs typeface="Arial"/>
              </a:rPr>
              <a:t>P2: lower modelled delay</a:t>
            </a:r>
          </a:p>
        </p:txBody>
      </p:sp>
      <p:sp>
        <p:nvSpPr>
          <p:cNvPr id="33" name="矩形 32">
            <a:extLst>
              <a:ext uri="{FF2B5EF4-FFF2-40B4-BE49-F238E27FC236}">
                <a16:creationId xmlns:a16="http://schemas.microsoft.com/office/drawing/2014/main" id="{0C00FBA9-3B33-4390-9F4C-4873757831C0}"/>
              </a:ext>
            </a:extLst>
          </p:cNvPr>
          <p:cNvSpPr>
            <a:spLocks noGrp="1"/>
          </p:cNvSpPr>
          <p:nvPr/>
        </p:nvSpPr>
        <p:spPr>
          <a:xfrm>
            <a:off x="638175" y="5972175"/>
            <a:ext cx="10953750" cy="333375"/>
          </a:xfrm>
          <a:prstGeom prst="rect">
            <a:avLst/>
          </a:prstGeom>
          <a:noFill/>
          <a:ln w="0">
            <a:noFill/>
            <a:prstDash val="solid"/>
          </a:ln>
        </p:spPr>
        <p:txBody>
          <a:bodyPr wrap="square" lIns="0" tIns="0" rIns="0" bIns="0" anchor="ctr">
            <a:normAutofit/>
          </a:bodyPr>
          <a:lstStyle>
            <a:defPPr algn="l">
              <a:defRPr sz="1275" b="0">
                <a:solidFill>
                  <a:srgbClr val="668095"/>
                </a:solidFill>
                <a:latin typeface="Arial"/>
                <a:ea typeface="Arial"/>
                <a:cs typeface="Arial"/>
              </a:defRPr>
            </a:defPPr>
            <a:lvl1pPr algn="l">
              <a:defRPr sz="1275" b="0">
                <a:solidFill>
                  <a:srgbClr val="668095"/>
                </a:solidFill>
                <a:latin typeface="Arial"/>
                <a:ea typeface="Arial"/>
                <a:cs typeface="Arial"/>
              </a:defRPr>
            </a:lvl1pPr>
            <a:lvl2pPr algn="l">
              <a:defRPr sz="1275" b="0">
                <a:solidFill>
                  <a:srgbClr val="668095"/>
                </a:solidFill>
                <a:latin typeface="Arial"/>
                <a:ea typeface="Arial"/>
                <a:cs typeface="Arial"/>
              </a:defRPr>
            </a:lvl2pPr>
            <a:lvl3pPr algn="l">
              <a:defRPr sz="1275" b="0">
                <a:solidFill>
                  <a:srgbClr val="668095"/>
                </a:solidFill>
                <a:latin typeface="Arial"/>
                <a:ea typeface="Arial"/>
                <a:cs typeface="Arial"/>
              </a:defRPr>
            </a:lvl3pPr>
            <a:lvl4pPr algn="l">
              <a:defRPr sz="1275" b="0">
                <a:solidFill>
                  <a:srgbClr val="668095"/>
                </a:solidFill>
                <a:latin typeface="Arial"/>
                <a:ea typeface="Arial"/>
                <a:cs typeface="Arial"/>
              </a:defRPr>
            </a:lvl4pPr>
            <a:lvl5pPr algn="l">
              <a:defRPr sz="1275" b="0">
                <a:solidFill>
                  <a:srgbClr val="668095"/>
                </a:solidFill>
                <a:latin typeface="Arial"/>
                <a:ea typeface="Arial"/>
                <a:cs typeface="Arial"/>
              </a:defRPr>
            </a:lvl5pPr>
            <a:lvl6pPr algn="l">
              <a:defRPr sz="1275" b="0">
                <a:solidFill>
                  <a:srgbClr val="668095"/>
                </a:solidFill>
                <a:latin typeface="Arial"/>
                <a:ea typeface="Arial"/>
                <a:cs typeface="Arial"/>
              </a:defRPr>
            </a:lvl6pPr>
            <a:lvl7pPr algn="l">
              <a:defRPr sz="1275" b="0">
                <a:solidFill>
                  <a:srgbClr val="668095"/>
                </a:solidFill>
                <a:latin typeface="Arial"/>
                <a:ea typeface="Arial"/>
                <a:cs typeface="Arial"/>
              </a:defRPr>
            </a:lvl7pPr>
            <a:lvl8pPr algn="l">
              <a:defRPr sz="1275" b="0">
                <a:solidFill>
                  <a:srgbClr val="668095"/>
                </a:solidFill>
                <a:latin typeface="Arial"/>
                <a:ea typeface="Arial"/>
                <a:cs typeface="Arial"/>
              </a:defRPr>
            </a:lvl8pPr>
            <a:lvl9pPr algn="l">
              <a:defRPr sz="1275" b="0">
                <a:solidFill>
                  <a:srgbClr val="668095"/>
                </a:solidFill>
                <a:latin typeface="Arial"/>
                <a:ea typeface="Arial"/>
                <a:cs typeface="Arial"/>
              </a:defRPr>
            </a:lvl9pPr>
          </a:lstStyle>
          <a:p>
            <a:pPr algn="l">
              <a:defRPr sz="1275" b="0">
                <a:solidFill>
                  <a:srgbClr val="668095"/>
                </a:solidFill>
                <a:latin typeface="Arial"/>
                <a:ea typeface="Arial"/>
                <a:cs typeface="Arial"/>
              </a:defRPr>
            </a:pPr>
            <a:r>
              <a:rPr sz="1275" b="0">
                <a:solidFill>
                  <a:srgbClr val="668095"/>
                </a:solidFill>
                <a:latin typeface="Arial"/>
                <a:ea typeface="Arial"/>
                <a:cs typeface="Arial"/>
              </a:rPr>
              <a:t>Modelled delay only. Queue too fast, clears early; reopening flow too high.</a:t>
            </a:r>
          </a:p>
        </p:txBody>
      </p:sp>
      <p:sp>
        <p:nvSpPr>
          <p:cNvPr id="34" name="矩形 33">
            <a:extLst>
              <a:ext uri="{FF2B5EF4-FFF2-40B4-BE49-F238E27FC236}">
                <a16:creationId xmlns:a16="http://schemas.microsoft.com/office/drawing/2014/main" id="{D49E8A7D-4184-4936-B987-695027F73E64}"/>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35" name="矩形 34">
            <a:extLst>
              <a:ext uri="{FF2B5EF4-FFF2-40B4-BE49-F238E27FC236}">
                <a16:creationId xmlns:a16="http://schemas.microsoft.com/office/drawing/2014/main" id="{0E3FCB5A-74E3-4EB3-A5E7-693E6A6E66C8}"/>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A3</a:t>
            </a:r>
          </a:p>
        </p:txBody>
      </p:sp>
    </p:spTree>
    <p:extLst>
      <p:ext uri="{BB962C8B-B14F-4D97-AF65-F5344CB8AC3E}">
        <p14:creationId xmlns:p14="http://schemas.microsoft.com/office/powerpoint/2010/main" val="1843169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1520</Words>
  <Application>Microsoft Macintosh PowerPoint</Application>
  <DocSecurity>0</DocSecurity>
  <PresentationFormat>寬螢幕</PresentationFormat>
  <Paragraphs>133</Paragraphs>
  <Slides>10</Slides>
  <Notes>10</Notes>
  <HiddenSlides>0</HiddenSlides>
  <MMClips>1</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10</vt:i4>
      </vt:variant>
    </vt:vector>
  </HeadingPairs>
  <TitlesOfParts>
    <vt:vector size="13" baseType="lpstr">
      <vt:lpstr>Aptos</vt:lpstr>
      <vt:lpstr>Arial</vt:lpstr>
      <vt:lpstr>ChatGPT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Dave Lo</cp:lastModifiedBy>
  <cp:revision>2</cp:revision>
  <dcterms:created xsi:type="dcterms:W3CDTF">2026-10-17T11:17:05Z</dcterms:created>
  <dcterms:modified xsi:type="dcterms:W3CDTF">2026-10-18T02:17:32Z</dcterms:modified>
</cp:coreProperties>
</file>