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narrated 90-second prototype walkthrough starts automatically on this slide. Aberdeen shows archived playback and a saved no-recommendation diagnostic; Tuen Mun shows a labelled modelled P2 comparison. The frozen results are unchanged. Video source: docs/video/ripple-two-case-website-demo-2026-10-18-v15-narrated.mp4 and adjacent .</a:t>
            </a:r>
            <a:r>
              <a:rPr dirty="0" err="1"/>
              <a:t>sources.json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case: this replay samples eight archived TD five-minute detector windows from 17:00 through 20:25 on 15 April 2026. The basemap is CARTo/OpenStreetMap. The 27 detector dots show observed readings at each selected time. The magenta Castle Peak Road P2 route and modeled crash location come from the saved simulated scenario; they are not observed vehicle trajectories or live control advice. The matching scenario and network hashes are checked by the console. Advance to the next slide for frozen comparison metrics.</a:t>
            </a:r>
          </a:p>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Narrated two-case detector and route demo · Aberdeen holds · Tuen Mun ranks a modelled candidate</a:t>
            </a:r>
          </a:p>
        </p:txBody>
      </p:sp>
      <p:pic>
        <p:nvPicPr>
          <p:cNvPr id="4" name="ripple-two-case-website-demo-2026-10-18-v17-detectors-narrate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